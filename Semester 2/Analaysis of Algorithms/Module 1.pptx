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9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B7BC2-D971-4675-A420-0CA5DFE9E697}" v="793" dt="2023-01-28T17:28:27.4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pal Sonune" userId="a84d000b-e407-4958-bec6-a75de855f8bf" providerId="ADAL" clId="{508B7BC2-D971-4675-A420-0CA5DFE9E697}"/>
    <pc:docChg chg="undo custSel addSld delSld modSld sldOrd addMainMaster delMainMaster">
      <pc:chgData name="Gopal Sonune" userId="a84d000b-e407-4958-bec6-a75de855f8bf" providerId="ADAL" clId="{508B7BC2-D971-4675-A420-0CA5DFE9E697}" dt="2023-01-28T17:28:27.472" v="4143" actId="108"/>
      <pc:docMkLst>
        <pc:docMk/>
      </pc:docMkLst>
      <pc:sldChg chg="addSp delSp modSp new mod setBg modClrScheme addAnim chgLayout">
        <pc:chgData name="Gopal Sonune" userId="a84d000b-e407-4958-bec6-a75de855f8bf" providerId="ADAL" clId="{508B7BC2-D971-4675-A420-0CA5DFE9E697}" dt="2023-01-17T06:29:34.501" v="204" actId="207"/>
        <pc:sldMkLst>
          <pc:docMk/>
          <pc:sldMk cId="90601197" sldId="256"/>
        </pc:sldMkLst>
        <pc:spChg chg="mod ord">
          <ac:chgData name="Gopal Sonune" userId="a84d000b-e407-4958-bec6-a75de855f8bf" providerId="ADAL" clId="{508B7BC2-D971-4675-A420-0CA5DFE9E697}" dt="2023-01-17T06:29:29.589" v="203" actId="403"/>
          <ac:spMkLst>
            <pc:docMk/>
            <pc:sldMk cId="90601197" sldId="256"/>
            <ac:spMk id="2" creationId="{97D8137A-8D8E-B4A9-A69F-558CE906FB1E}"/>
          </ac:spMkLst>
        </pc:spChg>
        <pc:spChg chg="mod">
          <ac:chgData name="Gopal Sonune" userId="a84d000b-e407-4958-bec6-a75de855f8bf" providerId="ADAL" clId="{508B7BC2-D971-4675-A420-0CA5DFE9E697}" dt="2023-01-17T06:29:34.501" v="204" actId="207"/>
          <ac:spMkLst>
            <pc:docMk/>
            <pc:sldMk cId="90601197" sldId="256"/>
            <ac:spMk id="3" creationId="{EB9EE2AE-5DB9-EE0E-2E2D-CEB47400820D}"/>
          </ac:spMkLst>
        </pc:spChg>
        <pc:spChg chg="add del">
          <ac:chgData name="Gopal Sonune" userId="a84d000b-e407-4958-bec6-a75de855f8bf" providerId="ADAL" clId="{508B7BC2-D971-4675-A420-0CA5DFE9E697}" dt="2023-01-17T05:24:45.808" v="68" actId="26606"/>
          <ac:spMkLst>
            <pc:docMk/>
            <pc:sldMk cId="90601197" sldId="256"/>
            <ac:spMk id="5" creationId="{729F2144-48B7-4730-955E-365ECED3ABE0}"/>
          </ac:spMkLst>
        </pc:spChg>
        <pc:spChg chg="add del">
          <ac:chgData name="Gopal Sonune" userId="a84d000b-e407-4958-bec6-a75de855f8bf" providerId="ADAL" clId="{508B7BC2-D971-4675-A420-0CA5DFE9E697}" dt="2023-01-17T05:24:45.808" v="68" actId="26606"/>
          <ac:spMkLst>
            <pc:docMk/>
            <pc:sldMk cId="90601197" sldId="256"/>
            <ac:spMk id="6" creationId="{E765FF50-D2F9-4A4F-86ED-F101E172BA93}"/>
          </ac:spMkLst>
        </pc:spChg>
        <pc:spChg chg="add">
          <ac:chgData name="Gopal Sonune" userId="a84d000b-e407-4958-bec6-a75de855f8bf" providerId="ADAL" clId="{508B7BC2-D971-4675-A420-0CA5DFE9E697}" dt="2023-01-17T06:29:08.999" v="197" actId="26606"/>
          <ac:spMkLst>
            <pc:docMk/>
            <pc:sldMk cId="90601197" sldId="256"/>
            <ac:spMk id="8" creationId="{88294908-8B00-4F58-BBBA-20F71A40AA9E}"/>
          </ac:spMkLst>
        </pc:spChg>
        <pc:spChg chg="add del">
          <ac:chgData name="Gopal Sonune" userId="a84d000b-e407-4958-bec6-a75de855f8bf" providerId="ADAL" clId="{508B7BC2-D971-4675-A420-0CA5DFE9E697}" dt="2023-01-17T05:23:44.110" v="61" actId="26606"/>
          <ac:spMkLst>
            <pc:docMk/>
            <pc:sldMk cId="90601197" sldId="256"/>
            <ac:spMk id="9" creationId="{4AA13AD3-0A4F-475A-BEBB-DEEFF5C096C3}"/>
          </ac:spMkLst>
        </pc:spChg>
        <pc:spChg chg="add">
          <ac:chgData name="Gopal Sonune" userId="a84d000b-e407-4958-bec6-a75de855f8bf" providerId="ADAL" clId="{508B7BC2-D971-4675-A420-0CA5DFE9E697}" dt="2023-01-17T06:29:08.999" v="197" actId="26606"/>
          <ac:spMkLst>
            <pc:docMk/>
            <pc:sldMk cId="90601197" sldId="256"/>
            <ac:spMk id="10" creationId="{4364C879-1404-4203-8E9D-CC5DE0A621A2}"/>
          </ac:spMkLst>
        </pc:spChg>
        <pc:spChg chg="add del">
          <ac:chgData name="Gopal Sonune" userId="a84d000b-e407-4958-bec6-a75de855f8bf" providerId="ADAL" clId="{508B7BC2-D971-4675-A420-0CA5DFE9E697}" dt="2023-01-17T05:23:44.110" v="61" actId="26606"/>
          <ac:spMkLst>
            <pc:docMk/>
            <pc:sldMk cId="90601197" sldId="256"/>
            <ac:spMk id="11" creationId="{9654BDA8-EE5D-4DC8-BA6E-A93D650163BA}"/>
          </ac:spMkLst>
        </pc:spChg>
        <pc:spChg chg="add">
          <ac:chgData name="Gopal Sonune" userId="a84d000b-e407-4958-bec6-a75de855f8bf" providerId="ADAL" clId="{508B7BC2-D971-4675-A420-0CA5DFE9E697}" dt="2023-01-17T06:29:08.999" v="197" actId="26606"/>
          <ac:spMkLst>
            <pc:docMk/>
            <pc:sldMk cId="90601197" sldId="256"/>
            <ac:spMk id="12" creationId="{84617302-4B0D-4351-A6BB-6F0930D943AC}"/>
          </ac:spMkLst>
        </pc:spChg>
        <pc:spChg chg="add del">
          <ac:chgData name="Gopal Sonune" userId="a84d000b-e407-4958-bec6-a75de855f8bf" providerId="ADAL" clId="{508B7BC2-D971-4675-A420-0CA5DFE9E697}" dt="2023-01-17T05:24:45.808" v="68" actId="26606"/>
          <ac:spMkLst>
            <pc:docMk/>
            <pc:sldMk cId="90601197" sldId="256"/>
            <ac:spMk id="13" creationId="{04D834C7-8223-43DA-AA30-E15A1BC7BB4E}"/>
          </ac:spMkLst>
        </pc:spChg>
        <pc:spChg chg="add">
          <ac:chgData name="Gopal Sonune" userId="a84d000b-e407-4958-bec6-a75de855f8bf" providerId="ADAL" clId="{508B7BC2-D971-4675-A420-0CA5DFE9E697}" dt="2023-01-17T06:29:08.999" v="197" actId="26606"/>
          <ac:spMkLst>
            <pc:docMk/>
            <pc:sldMk cId="90601197" sldId="256"/>
            <ac:spMk id="14" creationId="{DA2C7802-C2E0-4218-8F89-8DD7CCD2CD1C}"/>
          </ac:spMkLst>
        </pc:spChg>
        <pc:spChg chg="add del">
          <ac:chgData name="Gopal Sonune" userId="a84d000b-e407-4958-bec6-a75de855f8bf" providerId="ADAL" clId="{508B7BC2-D971-4675-A420-0CA5DFE9E697}" dt="2023-01-17T05:24:45.808" v="68" actId="26606"/>
          <ac:spMkLst>
            <pc:docMk/>
            <pc:sldMk cId="90601197" sldId="256"/>
            <ac:spMk id="15" creationId="{B62DE6C5-8EB8-4E41-B0FF-93563AA4C56C}"/>
          </ac:spMkLst>
        </pc:spChg>
        <pc:spChg chg="add">
          <ac:chgData name="Gopal Sonune" userId="a84d000b-e407-4958-bec6-a75de855f8bf" providerId="ADAL" clId="{508B7BC2-D971-4675-A420-0CA5DFE9E697}" dt="2023-01-17T06:29:08.999" v="197" actId="26606"/>
          <ac:spMkLst>
            <pc:docMk/>
            <pc:sldMk cId="90601197" sldId="256"/>
            <ac:spMk id="16" creationId="{A6D7111A-21E5-4EE9-8A78-10E5530F0116}"/>
          </ac:spMkLst>
        </pc:spChg>
        <pc:spChg chg="add">
          <ac:chgData name="Gopal Sonune" userId="a84d000b-e407-4958-bec6-a75de855f8bf" providerId="ADAL" clId="{508B7BC2-D971-4675-A420-0CA5DFE9E697}" dt="2023-01-17T06:29:08.999" v="197" actId="26606"/>
          <ac:spMkLst>
            <pc:docMk/>
            <pc:sldMk cId="90601197" sldId="256"/>
            <ac:spMk id="18" creationId="{A3969E80-A77B-49FC-9122-D89AFD5EE118}"/>
          </ac:spMkLst>
        </pc:spChg>
        <pc:spChg chg="add">
          <ac:chgData name="Gopal Sonune" userId="a84d000b-e407-4958-bec6-a75de855f8bf" providerId="ADAL" clId="{508B7BC2-D971-4675-A420-0CA5DFE9E697}" dt="2023-01-17T06:29:08.999" v="197" actId="26606"/>
          <ac:spMkLst>
            <pc:docMk/>
            <pc:sldMk cId="90601197" sldId="256"/>
            <ac:spMk id="20" creationId="{1849CA57-76BD-4CF2-80BA-D7A46A01B7B1}"/>
          </ac:spMkLst>
        </pc:spChg>
        <pc:spChg chg="add">
          <ac:chgData name="Gopal Sonune" userId="a84d000b-e407-4958-bec6-a75de855f8bf" providerId="ADAL" clId="{508B7BC2-D971-4675-A420-0CA5DFE9E697}" dt="2023-01-17T06:29:08.999" v="197" actId="26606"/>
          <ac:spMkLst>
            <pc:docMk/>
            <pc:sldMk cId="90601197" sldId="256"/>
            <ac:spMk id="22" creationId="{35E9085E-E730-4768-83D4-6CB7E9897153}"/>
          </ac:spMkLst>
        </pc:spChg>
        <pc:spChg chg="add">
          <ac:chgData name="Gopal Sonune" userId="a84d000b-e407-4958-bec6-a75de855f8bf" providerId="ADAL" clId="{508B7BC2-D971-4675-A420-0CA5DFE9E697}" dt="2023-01-17T06:29:08.999" v="197" actId="26606"/>
          <ac:spMkLst>
            <pc:docMk/>
            <pc:sldMk cId="90601197" sldId="256"/>
            <ac:spMk id="24" creationId="{973272FE-A474-4CAE-8CA2-BCC8B476C3F4}"/>
          </ac:spMkLst>
        </pc:spChg>
        <pc:spChg chg="add">
          <ac:chgData name="Gopal Sonune" userId="a84d000b-e407-4958-bec6-a75de855f8bf" providerId="ADAL" clId="{508B7BC2-D971-4675-A420-0CA5DFE9E697}" dt="2023-01-17T06:29:08.999" v="197" actId="26606"/>
          <ac:spMkLst>
            <pc:docMk/>
            <pc:sldMk cId="90601197" sldId="256"/>
            <ac:spMk id="26" creationId="{E07981EA-05A6-437C-88D7-B377B92B031D}"/>
          </ac:spMkLst>
        </pc:spChg>
        <pc:spChg chg="add">
          <ac:chgData name="Gopal Sonune" userId="a84d000b-e407-4958-bec6-a75de855f8bf" providerId="ADAL" clId="{508B7BC2-D971-4675-A420-0CA5DFE9E697}" dt="2023-01-17T06:29:08.999" v="197" actId="26606"/>
          <ac:spMkLst>
            <pc:docMk/>
            <pc:sldMk cId="90601197" sldId="256"/>
            <ac:spMk id="28" creationId="{15E3C750-986E-4769-B1AE-49289FBEE757}"/>
          </ac:spMkLst>
        </pc:spChg>
        <pc:picChg chg="add del mod">
          <ac:chgData name="Gopal Sonune" userId="a84d000b-e407-4958-bec6-a75de855f8bf" providerId="ADAL" clId="{508B7BC2-D971-4675-A420-0CA5DFE9E697}" dt="2023-01-17T05:23:44.110" v="61" actId="26606"/>
          <ac:picMkLst>
            <pc:docMk/>
            <pc:sldMk cId="90601197" sldId="256"/>
            <ac:picMk id="4" creationId="{A6FDEE6E-A9D5-0B7B-EC60-16A86947415A}"/>
          </ac:picMkLst>
        </pc:picChg>
        <pc:picChg chg="add del mod">
          <ac:chgData name="Gopal Sonune" userId="a84d000b-e407-4958-bec6-a75de855f8bf" providerId="ADAL" clId="{508B7BC2-D971-4675-A420-0CA5DFE9E697}" dt="2023-01-17T05:24:45.808" v="68" actId="26606"/>
          <ac:picMkLst>
            <pc:docMk/>
            <pc:sldMk cId="90601197" sldId="256"/>
            <ac:picMk id="7" creationId="{B1177D53-E74A-CD71-D894-06D04AE8EADC}"/>
          </ac:picMkLst>
        </pc:picChg>
      </pc:sldChg>
      <pc:sldChg chg="addSp modSp new mod setBg">
        <pc:chgData name="Gopal Sonune" userId="a84d000b-e407-4958-bec6-a75de855f8bf" providerId="ADAL" clId="{508B7BC2-D971-4675-A420-0CA5DFE9E697}" dt="2023-01-20T08:43:18.920" v="493" actId="14100"/>
        <pc:sldMkLst>
          <pc:docMk/>
          <pc:sldMk cId="1159099343" sldId="257"/>
        </pc:sldMkLst>
        <pc:spChg chg="mod">
          <ac:chgData name="Gopal Sonune" userId="a84d000b-e407-4958-bec6-a75de855f8bf" providerId="ADAL" clId="{508B7BC2-D971-4675-A420-0CA5DFE9E697}" dt="2023-01-17T06:28:46.387" v="194" actId="26606"/>
          <ac:spMkLst>
            <pc:docMk/>
            <pc:sldMk cId="1159099343" sldId="257"/>
            <ac:spMk id="2" creationId="{84E34E71-2252-665C-4540-A560602A28BD}"/>
          </ac:spMkLst>
        </pc:spChg>
        <pc:spChg chg="mod">
          <ac:chgData name="Gopal Sonune" userId="a84d000b-e407-4958-bec6-a75de855f8bf" providerId="ADAL" clId="{508B7BC2-D971-4675-A420-0CA5DFE9E697}" dt="2023-01-20T08:43:18.920" v="493" actId="14100"/>
          <ac:spMkLst>
            <pc:docMk/>
            <pc:sldMk cId="1159099343" sldId="257"/>
            <ac:spMk id="3" creationId="{B3DCE49C-BD9C-5FA9-569F-7B91E41F43DE}"/>
          </ac:spMkLst>
        </pc:spChg>
        <pc:spChg chg="add">
          <ac:chgData name="Gopal Sonune" userId="a84d000b-e407-4958-bec6-a75de855f8bf" providerId="ADAL" clId="{508B7BC2-D971-4675-A420-0CA5DFE9E697}" dt="2023-01-17T06:28:46.387" v="194" actId="26606"/>
          <ac:spMkLst>
            <pc:docMk/>
            <pc:sldMk cId="1159099343" sldId="257"/>
            <ac:spMk id="9" creationId="{257363FD-7E77-4145-9483-331A807ADF0E}"/>
          </ac:spMkLst>
        </pc:spChg>
        <pc:picChg chg="add">
          <ac:chgData name="Gopal Sonune" userId="a84d000b-e407-4958-bec6-a75de855f8bf" providerId="ADAL" clId="{508B7BC2-D971-4675-A420-0CA5DFE9E697}" dt="2023-01-17T06:28:46.387" v="194" actId="26606"/>
          <ac:picMkLst>
            <pc:docMk/>
            <pc:sldMk cId="1159099343" sldId="257"/>
            <ac:picMk id="5" creationId="{6C356789-FD5A-72A5-EFDC-D3DDFC24F18E}"/>
          </ac:picMkLst>
        </pc:picChg>
      </pc:sldChg>
      <pc:sldChg chg="addSp delSp modSp new del mod setBg">
        <pc:chgData name="Gopal Sonune" userId="a84d000b-e407-4958-bec6-a75de855f8bf" providerId="ADAL" clId="{508B7BC2-D971-4675-A420-0CA5DFE9E697}" dt="2023-01-17T05:24:44.940" v="67" actId="680"/>
        <pc:sldMkLst>
          <pc:docMk/>
          <pc:sldMk cId="1884198587" sldId="257"/>
        </pc:sldMkLst>
        <pc:spChg chg="mod">
          <ac:chgData name="Gopal Sonune" userId="a84d000b-e407-4958-bec6-a75de855f8bf" providerId="ADAL" clId="{508B7BC2-D971-4675-A420-0CA5DFE9E697}" dt="2023-01-17T05:24:44.726" v="66" actId="26606"/>
          <ac:spMkLst>
            <pc:docMk/>
            <pc:sldMk cId="1884198587" sldId="257"/>
            <ac:spMk id="2" creationId="{B171F00E-D8AB-BDFD-8B12-2D983444923A}"/>
          </ac:spMkLst>
        </pc:spChg>
        <pc:spChg chg="mod">
          <ac:chgData name="Gopal Sonune" userId="a84d000b-e407-4958-bec6-a75de855f8bf" providerId="ADAL" clId="{508B7BC2-D971-4675-A420-0CA5DFE9E697}" dt="2023-01-17T05:24:44.726" v="66" actId="26606"/>
          <ac:spMkLst>
            <pc:docMk/>
            <pc:sldMk cId="1884198587" sldId="257"/>
            <ac:spMk id="3" creationId="{8519A38A-6521-3C0C-50EC-5D04A6C55E7C}"/>
          </ac:spMkLst>
        </pc:spChg>
        <pc:spChg chg="add del">
          <ac:chgData name="Gopal Sonune" userId="a84d000b-e407-4958-bec6-a75de855f8bf" providerId="ADAL" clId="{508B7BC2-D971-4675-A420-0CA5DFE9E697}" dt="2023-01-17T05:24:44.726" v="66" actId="26606"/>
          <ac:spMkLst>
            <pc:docMk/>
            <pc:sldMk cId="1884198587" sldId="257"/>
            <ac:spMk id="8" creationId="{43A9B7B3-F171-4C25-99FC-C54250F0649B}"/>
          </ac:spMkLst>
        </pc:spChg>
        <pc:spChg chg="add del">
          <ac:chgData name="Gopal Sonune" userId="a84d000b-e407-4958-bec6-a75de855f8bf" providerId="ADAL" clId="{508B7BC2-D971-4675-A420-0CA5DFE9E697}" dt="2023-01-17T05:24:44.726" v="66" actId="26606"/>
          <ac:spMkLst>
            <pc:docMk/>
            <pc:sldMk cId="1884198587" sldId="257"/>
            <ac:spMk id="10" creationId="{D2D5C7C5-9C27-4A61-9F57-1857D45320FD}"/>
          </ac:spMkLst>
        </pc:spChg>
        <pc:spChg chg="add del">
          <ac:chgData name="Gopal Sonune" userId="a84d000b-e407-4958-bec6-a75de855f8bf" providerId="ADAL" clId="{508B7BC2-D971-4675-A420-0CA5DFE9E697}" dt="2023-01-17T05:24:44.726" v="66" actId="26606"/>
          <ac:spMkLst>
            <pc:docMk/>
            <pc:sldMk cId="1884198587" sldId="257"/>
            <ac:spMk id="12" creationId="{84B9546E-20BE-462C-8BE8-4EBDB46F8651}"/>
          </ac:spMkLst>
        </pc:spChg>
        <pc:spChg chg="add del">
          <ac:chgData name="Gopal Sonune" userId="a84d000b-e407-4958-bec6-a75de855f8bf" providerId="ADAL" clId="{508B7BC2-D971-4675-A420-0CA5DFE9E697}" dt="2023-01-17T05:24:44.726" v="66" actId="26606"/>
          <ac:spMkLst>
            <pc:docMk/>
            <pc:sldMk cId="1884198587" sldId="257"/>
            <ac:spMk id="14" creationId="{DFE5D2E8-C366-48AC-97AE-18C67E4EF969}"/>
          </ac:spMkLst>
        </pc:spChg>
      </pc:sldChg>
      <pc:sldChg chg="new del">
        <pc:chgData name="Gopal Sonune" userId="a84d000b-e407-4958-bec6-a75de855f8bf" providerId="ADAL" clId="{508B7BC2-D971-4675-A420-0CA5DFE9E697}" dt="2023-01-17T05:23:43.762" v="60" actId="680"/>
        <pc:sldMkLst>
          <pc:docMk/>
          <pc:sldMk cId="1972389410" sldId="257"/>
        </pc:sldMkLst>
      </pc:sldChg>
      <pc:sldChg chg="addSp delSp modSp new mod setBg">
        <pc:chgData name="Gopal Sonune" userId="a84d000b-e407-4958-bec6-a75de855f8bf" providerId="ADAL" clId="{508B7BC2-D971-4675-A420-0CA5DFE9E697}" dt="2023-01-17T06:42:26.488" v="281" actId="14100"/>
        <pc:sldMkLst>
          <pc:docMk/>
          <pc:sldMk cId="2343539045" sldId="258"/>
        </pc:sldMkLst>
        <pc:spChg chg="del mod">
          <ac:chgData name="Gopal Sonune" userId="a84d000b-e407-4958-bec6-a75de855f8bf" providerId="ADAL" clId="{508B7BC2-D971-4675-A420-0CA5DFE9E697}" dt="2023-01-17T05:26:41.083" v="101" actId="478"/>
          <ac:spMkLst>
            <pc:docMk/>
            <pc:sldMk cId="2343539045" sldId="258"/>
            <ac:spMk id="2" creationId="{4462F120-F2E6-D1E8-C354-397430D182B2}"/>
          </ac:spMkLst>
        </pc:spChg>
        <pc:spChg chg="mod">
          <ac:chgData name="Gopal Sonune" userId="a84d000b-e407-4958-bec6-a75de855f8bf" providerId="ADAL" clId="{508B7BC2-D971-4675-A420-0CA5DFE9E697}" dt="2023-01-17T06:42:26.488" v="281" actId="14100"/>
          <ac:spMkLst>
            <pc:docMk/>
            <pc:sldMk cId="2343539045" sldId="258"/>
            <ac:spMk id="3" creationId="{6FE35E40-56B8-995E-6C25-0E4163508D18}"/>
          </ac:spMkLst>
        </pc:spChg>
        <pc:spChg chg="add">
          <ac:chgData name="Gopal Sonune" userId="a84d000b-e407-4958-bec6-a75de855f8bf" providerId="ADAL" clId="{508B7BC2-D971-4675-A420-0CA5DFE9E697}" dt="2023-01-17T05:36:58.925" v="125" actId="26606"/>
          <ac:spMkLst>
            <pc:docMk/>
            <pc:sldMk cId="2343539045" sldId="258"/>
            <ac:spMk id="5" creationId="{2B566528-1B12-4246-9431-5C2D7D081168}"/>
          </ac:spMkLst>
        </pc:spChg>
        <pc:spChg chg="add">
          <ac:chgData name="Gopal Sonune" userId="a84d000b-e407-4958-bec6-a75de855f8bf" providerId="ADAL" clId="{508B7BC2-D971-4675-A420-0CA5DFE9E697}" dt="2023-01-17T05:36:58.925" v="125" actId="26606"/>
          <ac:spMkLst>
            <pc:docMk/>
            <pc:sldMk cId="2343539045" sldId="258"/>
            <ac:spMk id="6" creationId="{2E80C965-DB6D-4F81-9E9E-B027384D0BD6}"/>
          </ac:spMkLst>
        </pc:spChg>
        <pc:spChg chg="add">
          <ac:chgData name="Gopal Sonune" userId="a84d000b-e407-4958-bec6-a75de855f8bf" providerId="ADAL" clId="{508B7BC2-D971-4675-A420-0CA5DFE9E697}" dt="2023-01-17T05:36:58.925" v="125" actId="26606"/>
          <ac:spMkLst>
            <pc:docMk/>
            <pc:sldMk cId="2343539045" sldId="258"/>
            <ac:spMk id="7" creationId="{A580F890-B085-4E95-96AA-55AEBEC5CE6E}"/>
          </ac:spMkLst>
        </pc:spChg>
        <pc:spChg chg="add del">
          <ac:chgData name="Gopal Sonune" userId="a84d000b-e407-4958-bec6-a75de855f8bf" providerId="ADAL" clId="{508B7BC2-D971-4675-A420-0CA5DFE9E697}" dt="2023-01-17T05:36:54.972" v="124" actId="26606"/>
          <ac:spMkLst>
            <pc:docMk/>
            <pc:sldMk cId="2343539045" sldId="258"/>
            <ac:spMk id="8" creationId="{B775CD93-9DF2-48CB-9F57-1BCA9A46C7FA}"/>
          </ac:spMkLst>
        </pc:spChg>
        <pc:spChg chg="add del">
          <ac:chgData name="Gopal Sonune" userId="a84d000b-e407-4958-bec6-a75de855f8bf" providerId="ADAL" clId="{508B7BC2-D971-4675-A420-0CA5DFE9E697}" dt="2023-01-17T05:36:54.972" v="124" actId="26606"/>
          <ac:spMkLst>
            <pc:docMk/>
            <pc:sldMk cId="2343539045" sldId="258"/>
            <ac:spMk id="10" creationId="{6166C6D1-23AC-49C4-BA07-238E4E9F8CEB}"/>
          </ac:spMkLst>
        </pc:spChg>
        <pc:spChg chg="add del">
          <ac:chgData name="Gopal Sonune" userId="a84d000b-e407-4958-bec6-a75de855f8bf" providerId="ADAL" clId="{508B7BC2-D971-4675-A420-0CA5DFE9E697}" dt="2023-01-17T05:36:54.972" v="124" actId="26606"/>
          <ac:spMkLst>
            <pc:docMk/>
            <pc:sldMk cId="2343539045" sldId="258"/>
            <ac:spMk id="12" creationId="{1C091803-41C2-48E0-9228-5148460C7479}"/>
          </ac:spMkLst>
        </pc:spChg>
        <pc:spChg chg="add">
          <ac:chgData name="Gopal Sonune" userId="a84d000b-e407-4958-bec6-a75de855f8bf" providerId="ADAL" clId="{508B7BC2-D971-4675-A420-0CA5DFE9E697}" dt="2023-01-17T05:36:58.925" v="125" actId="26606"/>
          <ac:spMkLst>
            <pc:docMk/>
            <pc:sldMk cId="2343539045" sldId="258"/>
            <ac:spMk id="14" creationId="{D3F51FEB-38FB-4F6C-9F7B-2F2AFAB65463}"/>
          </ac:spMkLst>
        </pc:spChg>
        <pc:spChg chg="add">
          <ac:chgData name="Gopal Sonune" userId="a84d000b-e407-4958-bec6-a75de855f8bf" providerId="ADAL" clId="{508B7BC2-D971-4675-A420-0CA5DFE9E697}" dt="2023-01-17T05:36:58.925" v="125" actId="26606"/>
          <ac:spMkLst>
            <pc:docMk/>
            <pc:sldMk cId="2343539045" sldId="258"/>
            <ac:spMk id="16" creationId="{1E547BA6-BAE0-43BB-A7CA-60F69CE252F0}"/>
          </ac:spMkLst>
        </pc:spChg>
      </pc:sldChg>
      <pc:sldChg chg="addSp modSp new mod setBg">
        <pc:chgData name="Gopal Sonune" userId="a84d000b-e407-4958-bec6-a75de855f8bf" providerId="ADAL" clId="{508B7BC2-D971-4675-A420-0CA5DFE9E697}" dt="2023-01-20T08:41:10.736" v="355" actId="1038"/>
        <pc:sldMkLst>
          <pc:docMk/>
          <pc:sldMk cId="667935797" sldId="259"/>
        </pc:sldMkLst>
        <pc:spChg chg="mod">
          <ac:chgData name="Gopal Sonune" userId="a84d000b-e407-4958-bec6-a75de855f8bf" providerId="ADAL" clId="{508B7BC2-D971-4675-A420-0CA5DFE9E697}" dt="2023-01-20T08:41:10.736" v="355" actId="1038"/>
          <ac:spMkLst>
            <pc:docMk/>
            <pc:sldMk cId="667935797" sldId="259"/>
            <ac:spMk id="2" creationId="{95D6A454-6921-5945-98C0-3FF0F63B4A40}"/>
          </ac:spMkLst>
        </pc:spChg>
        <pc:spChg chg="mod">
          <ac:chgData name="Gopal Sonune" userId="a84d000b-e407-4958-bec6-a75de855f8bf" providerId="ADAL" clId="{508B7BC2-D971-4675-A420-0CA5DFE9E697}" dt="2023-01-17T06:42:20.935" v="280" actId="14100"/>
          <ac:spMkLst>
            <pc:docMk/>
            <pc:sldMk cId="667935797" sldId="259"/>
            <ac:spMk id="3" creationId="{F5605122-A229-44AE-CC91-02D158EF98EE}"/>
          </ac:spMkLst>
        </pc:spChg>
        <pc:spChg chg="add">
          <ac:chgData name="Gopal Sonune" userId="a84d000b-e407-4958-bec6-a75de855f8bf" providerId="ADAL" clId="{508B7BC2-D971-4675-A420-0CA5DFE9E697}" dt="2023-01-17T06:29:16.130" v="200" actId="26606"/>
          <ac:spMkLst>
            <pc:docMk/>
            <pc:sldMk cId="667935797" sldId="259"/>
            <ac:spMk id="8" creationId="{2B566528-1B12-4246-9431-5C2D7D081168}"/>
          </ac:spMkLst>
        </pc:spChg>
        <pc:spChg chg="add">
          <ac:chgData name="Gopal Sonune" userId="a84d000b-e407-4958-bec6-a75de855f8bf" providerId="ADAL" clId="{508B7BC2-D971-4675-A420-0CA5DFE9E697}" dt="2023-01-17T06:29:16.130" v="200" actId="26606"/>
          <ac:spMkLst>
            <pc:docMk/>
            <pc:sldMk cId="667935797" sldId="259"/>
            <ac:spMk id="10" creationId="{2E80C965-DB6D-4F81-9E9E-B027384D0BD6}"/>
          </ac:spMkLst>
        </pc:spChg>
        <pc:spChg chg="add">
          <ac:chgData name="Gopal Sonune" userId="a84d000b-e407-4958-bec6-a75de855f8bf" providerId="ADAL" clId="{508B7BC2-D971-4675-A420-0CA5DFE9E697}" dt="2023-01-17T06:29:16.130" v="200" actId="26606"/>
          <ac:spMkLst>
            <pc:docMk/>
            <pc:sldMk cId="667935797" sldId="259"/>
            <ac:spMk id="12" creationId="{A580F890-B085-4E95-96AA-55AEBEC5CE6E}"/>
          </ac:spMkLst>
        </pc:spChg>
        <pc:spChg chg="add">
          <ac:chgData name="Gopal Sonune" userId="a84d000b-e407-4958-bec6-a75de855f8bf" providerId="ADAL" clId="{508B7BC2-D971-4675-A420-0CA5DFE9E697}" dt="2023-01-17T06:29:16.130" v="200" actId="26606"/>
          <ac:spMkLst>
            <pc:docMk/>
            <pc:sldMk cId="667935797" sldId="259"/>
            <ac:spMk id="14" creationId="{D3F51FEB-38FB-4F6C-9F7B-2F2AFAB65463}"/>
          </ac:spMkLst>
        </pc:spChg>
        <pc:spChg chg="add">
          <ac:chgData name="Gopal Sonune" userId="a84d000b-e407-4958-bec6-a75de855f8bf" providerId="ADAL" clId="{508B7BC2-D971-4675-A420-0CA5DFE9E697}" dt="2023-01-17T06:29:16.130" v="200" actId="26606"/>
          <ac:spMkLst>
            <pc:docMk/>
            <pc:sldMk cId="667935797" sldId="259"/>
            <ac:spMk id="16" creationId="{1E547BA6-BAE0-43BB-A7CA-60F69CE252F0}"/>
          </ac:spMkLst>
        </pc:spChg>
      </pc:sldChg>
      <pc:sldChg chg="modSp add mod ord">
        <pc:chgData name="Gopal Sonune" userId="a84d000b-e407-4958-bec6-a75de855f8bf" providerId="ADAL" clId="{508B7BC2-D971-4675-A420-0CA5DFE9E697}" dt="2023-01-20T08:15:22.180" v="336" actId="20577"/>
        <pc:sldMkLst>
          <pc:docMk/>
          <pc:sldMk cId="498837824" sldId="260"/>
        </pc:sldMkLst>
        <pc:spChg chg="mod">
          <ac:chgData name="Gopal Sonune" userId="a84d000b-e407-4958-bec6-a75de855f8bf" providerId="ADAL" clId="{508B7BC2-D971-4675-A420-0CA5DFE9E697}" dt="2023-01-17T06:39:56.288" v="262" actId="20577"/>
          <ac:spMkLst>
            <pc:docMk/>
            <pc:sldMk cId="498837824" sldId="260"/>
            <ac:spMk id="2" creationId="{95D6A454-6921-5945-98C0-3FF0F63B4A40}"/>
          </ac:spMkLst>
        </pc:spChg>
        <pc:spChg chg="mod">
          <ac:chgData name="Gopal Sonune" userId="a84d000b-e407-4958-bec6-a75de855f8bf" providerId="ADAL" clId="{508B7BC2-D971-4675-A420-0CA5DFE9E697}" dt="2023-01-20T08:15:22.180" v="336" actId="20577"/>
          <ac:spMkLst>
            <pc:docMk/>
            <pc:sldMk cId="498837824" sldId="260"/>
            <ac:spMk id="3" creationId="{F5605122-A229-44AE-CC91-02D158EF98EE}"/>
          </ac:spMkLst>
        </pc:spChg>
      </pc:sldChg>
      <pc:sldChg chg="modSp add mod">
        <pc:chgData name="Gopal Sonune" userId="a84d000b-e407-4958-bec6-a75de855f8bf" providerId="ADAL" clId="{508B7BC2-D971-4675-A420-0CA5DFE9E697}" dt="2023-01-17T06:42:15.245" v="279" actId="14100"/>
        <pc:sldMkLst>
          <pc:docMk/>
          <pc:sldMk cId="3132698806" sldId="261"/>
        </pc:sldMkLst>
        <pc:spChg chg="mod">
          <ac:chgData name="Gopal Sonune" userId="a84d000b-e407-4958-bec6-a75de855f8bf" providerId="ADAL" clId="{508B7BC2-D971-4675-A420-0CA5DFE9E697}" dt="2023-01-17T06:42:15.245" v="279" actId="14100"/>
          <ac:spMkLst>
            <pc:docMk/>
            <pc:sldMk cId="3132698806" sldId="261"/>
            <ac:spMk id="3" creationId="{F5605122-A229-44AE-CC91-02D158EF98EE}"/>
          </ac:spMkLst>
        </pc:spChg>
      </pc:sldChg>
      <pc:sldChg chg="modSp add mod">
        <pc:chgData name="Gopal Sonune" userId="a84d000b-e407-4958-bec6-a75de855f8bf" providerId="ADAL" clId="{508B7BC2-D971-4675-A420-0CA5DFE9E697}" dt="2023-01-23T09:56:31.964" v="2307" actId="20577"/>
        <pc:sldMkLst>
          <pc:docMk/>
          <pc:sldMk cId="585610252" sldId="262"/>
        </pc:sldMkLst>
        <pc:spChg chg="mod">
          <ac:chgData name="Gopal Sonune" userId="a84d000b-e407-4958-bec6-a75de855f8bf" providerId="ADAL" clId="{508B7BC2-D971-4675-A420-0CA5DFE9E697}" dt="2023-01-20T08:16:26.472" v="340"/>
          <ac:spMkLst>
            <pc:docMk/>
            <pc:sldMk cId="585610252" sldId="262"/>
            <ac:spMk id="2" creationId="{95D6A454-6921-5945-98C0-3FF0F63B4A40}"/>
          </ac:spMkLst>
        </pc:spChg>
        <pc:spChg chg="mod">
          <ac:chgData name="Gopal Sonune" userId="a84d000b-e407-4958-bec6-a75de855f8bf" providerId="ADAL" clId="{508B7BC2-D971-4675-A420-0CA5DFE9E697}" dt="2023-01-23T09:56:31.964" v="2307" actId="20577"/>
          <ac:spMkLst>
            <pc:docMk/>
            <pc:sldMk cId="585610252" sldId="262"/>
            <ac:spMk id="3" creationId="{F5605122-A229-44AE-CC91-02D158EF98EE}"/>
          </ac:spMkLst>
        </pc:spChg>
      </pc:sldChg>
      <pc:sldChg chg="new del">
        <pc:chgData name="Gopal Sonune" userId="a84d000b-e407-4958-bec6-a75de855f8bf" providerId="ADAL" clId="{508B7BC2-D971-4675-A420-0CA5DFE9E697}" dt="2023-01-22T12:53:28.139" v="495" actId="680"/>
        <pc:sldMkLst>
          <pc:docMk/>
          <pc:sldMk cId="2079212741" sldId="263"/>
        </pc:sldMkLst>
      </pc:sldChg>
      <pc:sldChg chg="modSp add mod">
        <pc:chgData name="Gopal Sonune" userId="a84d000b-e407-4958-bec6-a75de855f8bf" providerId="ADAL" clId="{508B7BC2-D971-4675-A420-0CA5DFE9E697}" dt="2023-01-22T18:13:45.302" v="897" actId="27636"/>
        <pc:sldMkLst>
          <pc:docMk/>
          <pc:sldMk cId="3349691807" sldId="263"/>
        </pc:sldMkLst>
        <pc:spChg chg="mod">
          <ac:chgData name="Gopal Sonune" userId="a84d000b-e407-4958-bec6-a75de855f8bf" providerId="ADAL" clId="{508B7BC2-D971-4675-A420-0CA5DFE9E697}" dt="2023-01-22T12:53:58.324" v="522" actId="20577"/>
          <ac:spMkLst>
            <pc:docMk/>
            <pc:sldMk cId="3349691807" sldId="263"/>
            <ac:spMk id="2" creationId="{95D6A454-6921-5945-98C0-3FF0F63B4A40}"/>
          </ac:spMkLst>
        </pc:spChg>
        <pc:spChg chg="mod">
          <ac:chgData name="Gopal Sonune" userId="a84d000b-e407-4958-bec6-a75de855f8bf" providerId="ADAL" clId="{508B7BC2-D971-4675-A420-0CA5DFE9E697}" dt="2023-01-22T18:13:45.302" v="897" actId="27636"/>
          <ac:spMkLst>
            <pc:docMk/>
            <pc:sldMk cId="3349691807" sldId="263"/>
            <ac:spMk id="3" creationId="{F5605122-A229-44AE-CC91-02D158EF98EE}"/>
          </ac:spMkLst>
        </pc:spChg>
      </pc:sldChg>
      <pc:sldChg chg="addSp modSp new mod modAnim">
        <pc:chgData name="Gopal Sonune" userId="a84d000b-e407-4958-bec6-a75de855f8bf" providerId="ADAL" clId="{508B7BC2-D971-4675-A420-0CA5DFE9E697}" dt="2023-01-23T01:57:52.481" v="1707" actId="404"/>
        <pc:sldMkLst>
          <pc:docMk/>
          <pc:sldMk cId="1809058421" sldId="264"/>
        </pc:sldMkLst>
        <pc:spChg chg="mod">
          <ac:chgData name="Gopal Sonune" userId="a84d000b-e407-4958-bec6-a75de855f8bf" providerId="ADAL" clId="{508B7BC2-D971-4675-A420-0CA5DFE9E697}" dt="2023-01-23T01:57:52.481" v="1707" actId="404"/>
          <ac:spMkLst>
            <pc:docMk/>
            <pc:sldMk cId="1809058421" sldId="264"/>
            <ac:spMk id="2" creationId="{7B75D396-FFBA-8FAD-965E-C6EF290F0499}"/>
          </ac:spMkLst>
        </pc:spChg>
        <pc:spChg chg="mod">
          <ac:chgData name="Gopal Sonune" userId="a84d000b-e407-4958-bec6-a75de855f8bf" providerId="ADAL" clId="{508B7BC2-D971-4675-A420-0CA5DFE9E697}" dt="2023-01-22T18:26:42.899" v="1261" actId="27636"/>
          <ac:spMkLst>
            <pc:docMk/>
            <pc:sldMk cId="1809058421" sldId="264"/>
            <ac:spMk id="3" creationId="{24661D63-D968-DDC5-9063-C4202D31F76A}"/>
          </ac:spMkLst>
        </pc:spChg>
        <pc:graphicFrameChg chg="add mod modGraphic">
          <ac:chgData name="Gopal Sonune" userId="a84d000b-e407-4958-bec6-a75de855f8bf" providerId="ADAL" clId="{508B7BC2-D971-4675-A420-0CA5DFE9E697}" dt="2023-01-22T18:26:17.936" v="1255" actId="13926"/>
          <ac:graphicFrameMkLst>
            <pc:docMk/>
            <pc:sldMk cId="1809058421" sldId="264"/>
            <ac:graphicFrameMk id="4" creationId="{EE6AC201-8444-6CA0-5016-CF20BC0D1608}"/>
          </ac:graphicFrameMkLst>
        </pc:graphicFrameChg>
        <pc:graphicFrameChg chg="add mod modGraphic">
          <ac:chgData name="Gopal Sonune" userId="a84d000b-e407-4958-bec6-a75de855f8bf" providerId="ADAL" clId="{508B7BC2-D971-4675-A420-0CA5DFE9E697}" dt="2023-01-22T18:26:27.319" v="1259" actId="20577"/>
          <ac:graphicFrameMkLst>
            <pc:docMk/>
            <pc:sldMk cId="1809058421" sldId="264"/>
            <ac:graphicFrameMk id="5" creationId="{9CE424EB-84BB-D03B-E533-1EF4EBA57F46}"/>
          </ac:graphicFrameMkLst>
        </pc:graphicFrameChg>
        <pc:graphicFrameChg chg="add mod modGraphic">
          <ac:chgData name="Gopal Sonune" userId="a84d000b-e407-4958-bec6-a75de855f8bf" providerId="ADAL" clId="{508B7BC2-D971-4675-A420-0CA5DFE9E697}" dt="2023-01-22T18:29:55.402" v="1313" actId="1076"/>
          <ac:graphicFrameMkLst>
            <pc:docMk/>
            <pc:sldMk cId="1809058421" sldId="264"/>
            <ac:graphicFrameMk id="6" creationId="{A56A561F-F630-A2C8-EAEA-F7922C538891}"/>
          </ac:graphicFrameMkLst>
        </pc:graphicFrameChg>
      </pc:sldChg>
      <pc:sldChg chg="addSp delSp modSp add mod modAnim">
        <pc:chgData name="Gopal Sonune" userId="a84d000b-e407-4958-bec6-a75de855f8bf" providerId="ADAL" clId="{508B7BC2-D971-4675-A420-0CA5DFE9E697}" dt="2023-01-23T01:57:43.463" v="1703" actId="404"/>
        <pc:sldMkLst>
          <pc:docMk/>
          <pc:sldMk cId="4107338268" sldId="265"/>
        </pc:sldMkLst>
        <pc:spChg chg="mod">
          <ac:chgData name="Gopal Sonune" userId="a84d000b-e407-4958-bec6-a75de855f8bf" providerId="ADAL" clId="{508B7BC2-D971-4675-A420-0CA5DFE9E697}" dt="2023-01-23T01:57:43.463" v="1703" actId="404"/>
          <ac:spMkLst>
            <pc:docMk/>
            <pc:sldMk cId="4107338268" sldId="265"/>
            <ac:spMk id="2" creationId="{7B75D396-FFBA-8FAD-965E-C6EF290F0499}"/>
          </ac:spMkLst>
        </pc:spChg>
        <pc:graphicFrameChg chg="mod modGraphic">
          <ac:chgData name="Gopal Sonune" userId="a84d000b-e407-4958-bec6-a75de855f8bf" providerId="ADAL" clId="{508B7BC2-D971-4675-A420-0CA5DFE9E697}" dt="2023-01-22T18:45:02.488" v="1685" actId="1076"/>
          <ac:graphicFrameMkLst>
            <pc:docMk/>
            <pc:sldMk cId="4107338268" sldId="265"/>
            <ac:graphicFrameMk id="4" creationId="{EE6AC201-8444-6CA0-5016-CF20BC0D1608}"/>
          </ac:graphicFrameMkLst>
        </pc:graphicFrameChg>
        <pc:graphicFrameChg chg="add del mod modGraphic">
          <ac:chgData name="Gopal Sonune" userId="a84d000b-e407-4958-bec6-a75de855f8bf" providerId="ADAL" clId="{508B7BC2-D971-4675-A420-0CA5DFE9E697}" dt="2023-01-22T18:45:09.624" v="1687" actId="1076"/>
          <ac:graphicFrameMkLst>
            <pc:docMk/>
            <pc:sldMk cId="4107338268" sldId="265"/>
            <ac:graphicFrameMk id="5" creationId="{9CE424EB-84BB-D03B-E533-1EF4EBA57F46}"/>
          </ac:graphicFrameMkLst>
        </pc:graphicFrameChg>
        <pc:graphicFrameChg chg="mod modGraphic">
          <ac:chgData name="Gopal Sonune" userId="a84d000b-e407-4958-bec6-a75de855f8bf" providerId="ADAL" clId="{508B7BC2-D971-4675-A420-0CA5DFE9E697}" dt="2023-01-22T18:45:34.211" v="1688" actId="14734"/>
          <ac:graphicFrameMkLst>
            <pc:docMk/>
            <pc:sldMk cId="4107338268" sldId="265"/>
            <ac:graphicFrameMk id="6" creationId="{A56A561F-F630-A2C8-EAEA-F7922C538891}"/>
          </ac:graphicFrameMkLst>
        </pc:graphicFrameChg>
      </pc:sldChg>
      <pc:sldChg chg="modSp add mod addAnim delAnim">
        <pc:chgData name="Gopal Sonune" userId="a84d000b-e407-4958-bec6-a75de855f8bf" providerId="ADAL" clId="{508B7BC2-D971-4675-A420-0CA5DFE9E697}" dt="2023-01-23T02:07:39.479" v="1881" actId="20577"/>
        <pc:sldMkLst>
          <pc:docMk/>
          <pc:sldMk cId="1925465251" sldId="266"/>
        </pc:sldMkLst>
        <pc:spChg chg="mod">
          <ac:chgData name="Gopal Sonune" userId="a84d000b-e407-4958-bec6-a75de855f8bf" providerId="ADAL" clId="{508B7BC2-D971-4675-A420-0CA5DFE9E697}" dt="2023-01-23T01:58:50.759" v="1745" actId="6549"/>
          <ac:spMkLst>
            <pc:docMk/>
            <pc:sldMk cId="1925465251" sldId="266"/>
            <ac:spMk id="2" creationId="{7B75D396-FFBA-8FAD-965E-C6EF290F0499}"/>
          </ac:spMkLst>
        </pc:spChg>
        <pc:graphicFrameChg chg="mod modGraphic">
          <ac:chgData name="Gopal Sonune" userId="a84d000b-e407-4958-bec6-a75de855f8bf" providerId="ADAL" clId="{508B7BC2-D971-4675-A420-0CA5DFE9E697}" dt="2023-01-23T02:06:27.859" v="1868" actId="5793"/>
          <ac:graphicFrameMkLst>
            <pc:docMk/>
            <pc:sldMk cId="1925465251" sldId="266"/>
            <ac:graphicFrameMk id="4" creationId="{EE6AC201-8444-6CA0-5016-CF20BC0D1608}"/>
          </ac:graphicFrameMkLst>
        </pc:graphicFrameChg>
        <pc:graphicFrameChg chg="modGraphic">
          <ac:chgData name="Gopal Sonune" userId="a84d000b-e407-4958-bec6-a75de855f8bf" providerId="ADAL" clId="{508B7BC2-D971-4675-A420-0CA5DFE9E697}" dt="2023-01-23T02:07:39.479" v="1881" actId="20577"/>
          <ac:graphicFrameMkLst>
            <pc:docMk/>
            <pc:sldMk cId="1925465251" sldId="266"/>
            <ac:graphicFrameMk id="5" creationId="{9CE424EB-84BB-D03B-E533-1EF4EBA57F46}"/>
          </ac:graphicFrameMkLst>
        </pc:graphicFrameChg>
        <pc:graphicFrameChg chg="modGraphic">
          <ac:chgData name="Gopal Sonune" userId="a84d000b-e407-4958-bec6-a75de855f8bf" providerId="ADAL" clId="{508B7BC2-D971-4675-A420-0CA5DFE9E697}" dt="2023-01-23T02:02:00.743" v="1826" actId="20577"/>
          <ac:graphicFrameMkLst>
            <pc:docMk/>
            <pc:sldMk cId="1925465251" sldId="266"/>
            <ac:graphicFrameMk id="6" creationId="{A56A561F-F630-A2C8-EAEA-F7922C538891}"/>
          </ac:graphicFrameMkLst>
        </pc:graphicFrameChg>
      </pc:sldChg>
      <pc:sldChg chg="addSp delSp modSp add mod addAnim delAnim modAnim">
        <pc:chgData name="Gopal Sonune" userId="a84d000b-e407-4958-bec6-a75de855f8bf" providerId="ADAL" clId="{508B7BC2-D971-4675-A420-0CA5DFE9E697}" dt="2023-01-27T06:47:40.122" v="3144" actId="20577"/>
        <pc:sldMkLst>
          <pc:docMk/>
          <pc:sldMk cId="3814277886" sldId="267"/>
        </pc:sldMkLst>
        <pc:spChg chg="mod">
          <ac:chgData name="Gopal Sonune" userId="a84d000b-e407-4958-bec6-a75de855f8bf" providerId="ADAL" clId="{508B7BC2-D971-4675-A420-0CA5DFE9E697}" dt="2023-01-27T06:47:40.122" v="3144" actId="20577"/>
          <ac:spMkLst>
            <pc:docMk/>
            <pc:sldMk cId="3814277886" sldId="267"/>
            <ac:spMk id="2" creationId="{7B75D396-FFBA-8FAD-965E-C6EF290F0499}"/>
          </ac:spMkLst>
        </pc:spChg>
        <pc:spChg chg="mod">
          <ac:chgData name="Gopal Sonune" userId="a84d000b-e407-4958-bec6-a75de855f8bf" providerId="ADAL" clId="{508B7BC2-D971-4675-A420-0CA5DFE9E697}" dt="2023-01-23T02:23:11.165" v="1947" actId="20577"/>
          <ac:spMkLst>
            <pc:docMk/>
            <pc:sldMk cId="3814277886" sldId="267"/>
            <ac:spMk id="3" creationId="{24661D63-D968-DDC5-9063-C4202D31F76A}"/>
          </ac:spMkLst>
        </pc:spChg>
        <pc:spChg chg="add mod">
          <ac:chgData name="Gopal Sonune" userId="a84d000b-e407-4958-bec6-a75de855f8bf" providerId="ADAL" clId="{508B7BC2-D971-4675-A420-0CA5DFE9E697}" dt="2023-01-23T02:24:30.691" v="1963" actId="20577"/>
          <ac:spMkLst>
            <pc:docMk/>
            <pc:sldMk cId="3814277886" sldId="267"/>
            <ac:spMk id="7" creationId="{32541E65-DD9A-0E67-1A49-0D64A8F105E7}"/>
          </ac:spMkLst>
        </pc:spChg>
        <pc:graphicFrameChg chg="modGraphic">
          <ac:chgData name="Gopal Sonune" userId="a84d000b-e407-4958-bec6-a75de855f8bf" providerId="ADAL" clId="{508B7BC2-D971-4675-A420-0CA5DFE9E697}" dt="2023-01-23T02:24:10.501" v="1959" actId="120"/>
          <ac:graphicFrameMkLst>
            <pc:docMk/>
            <pc:sldMk cId="3814277886" sldId="267"/>
            <ac:graphicFrameMk id="4" creationId="{EE6AC201-8444-6CA0-5016-CF20BC0D1608}"/>
          </ac:graphicFrameMkLst>
        </pc:graphicFrameChg>
        <pc:graphicFrameChg chg="del modGraphic">
          <ac:chgData name="Gopal Sonune" userId="a84d000b-e407-4958-bec6-a75de855f8bf" providerId="ADAL" clId="{508B7BC2-D971-4675-A420-0CA5DFE9E697}" dt="2023-01-23T02:22:38.221" v="1943" actId="478"/>
          <ac:graphicFrameMkLst>
            <pc:docMk/>
            <pc:sldMk cId="3814277886" sldId="267"/>
            <ac:graphicFrameMk id="5" creationId="{9CE424EB-84BB-D03B-E533-1EF4EBA57F46}"/>
          </ac:graphicFrameMkLst>
        </pc:graphicFrameChg>
        <pc:graphicFrameChg chg="mod modGraphic">
          <ac:chgData name="Gopal Sonune" userId="a84d000b-e407-4958-bec6-a75de855f8bf" providerId="ADAL" clId="{508B7BC2-D971-4675-A420-0CA5DFE9E697}" dt="2023-01-23T02:24:45.393" v="1965" actId="1076"/>
          <ac:graphicFrameMkLst>
            <pc:docMk/>
            <pc:sldMk cId="3814277886" sldId="267"/>
            <ac:graphicFrameMk id="6" creationId="{A56A561F-F630-A2C8-EAEA-F7922C538891}"/>
          </ac:graphicFrameMkLst>
        </pc:graphicFrameChg>
        <pc:graphicFrameChg chg="add mod modGraphic">
          <ac:chgData name="Gopal Sonune" userId="a84d000b-e407-4958-bec6-a75de855f8bf" providerId="ADAL" clId="{508B7BC2-D971-4675-A420-0CA5DFE9E697}" dt="2023-01-23T02:25:06.440" v="1975" actId="20577"/>
          <ac:graphicFrameMkLst>
            <pc:docMk/>
            <pc:sldMk cId="3814277886" sldId="267"/>
            <ac:graphicFrameMk id="8" creationId="{C198B673-CBE2-12C7-F80D-1C04E5115283}"/>
          </ac:graphicFrameMkLst>
        </pc:graphicFrameChg>
        <pc:graphicFrameChg chg="add mod">
          <ac:chgData name="Gopal Sonune" userId="a84d000b-e407-4958-bec6-a75de855f8bf" providerId="ADAL" clId="{508B7BC2-D971-4675-A420-0CA5DFE9E697}" dt="2023-01-23T02:25:20.864" v="1977" actId="1076"/>
          <ac:graphicFrameMkLst>
            <pc:docMk/>
            <pc:sldMk cId="3814277886" sldId="267"/>
            <ac:graphicFrameMk id="9" creationId="{BF2C34C4-3650-F8DD-AA00-A05214D301F7}"/>
          </ac:graphicFrameMkLst>
        </pc:graphicFrameChg>
      </pc:sldChg>
      <pc:sldChg chg="modSp add mod">
        <pc:chgData name="Gopal Sonune" userId="a84d000b-e407-4958-bec6-a75de855f8bf" providerId="ADAL" clId="{508B7BC2-D971-4675-A420-0CA5DFE9E697}" dt="2023-01-27T06:47:44.292" v="3146" actId="20577"/>
        <pc:sldMkLst>
          <pc:docMk/>
          <pc:sldMk cId="2183115866" sldId="268"/>
        </pc:sldMkLst>
        <pc:spChg chg="mod">
          <ac:chgData name="Gopal Sonune" userId="a84d000b-e407-4958-bec6-a75de855f8bf" providerId="ADAL" clId="{508B7BC2-D971-4675-A420-0CA5DFE9E697}" dt="2023-01-27T06:47:44.292" v="3146" actId="20577"/>
          <ac:spMkLst>
            <pc:docMk/>
            <pc:sldMk cId="2183115866" sldId="268"/>
            <ac:spMk id="2" creationId="{7B75D396-FFBA-8FAD-965E-C6EF290F0499}"/>
          </ac:spMkLst>
        </pc:spChg>
        <pc:spChg chg="mod">
          <ac:chgData name="Gopal Sonune" userId="a84d000b-e407-4958-bec6-a75de855f8bf" providerId="ADAL" clId="{508B7BC2-D971-4675-A420-0CA5DFE9E697}" dt="2023-01-23T02:29:46.901" v="2060" actId="20577"/>
          <ac:spMkLst>
            <pc:docMk/>
            <pc:sldMk cId="2183115866" sldId="268"/>
            <ac:spMk id="3" creationId="{24661D63-D968-DDC5-9063-C4202D31F76A}"/>
          </ac:spMkLst>
        </pc:spChg>
        <pc:spChg chg="mod">
          <ac:chgData name="Gopal Sonune" userId="a84d000b-e407-4958-bec6-a75de855f8bf" providerId="ADAL" clId="{508B7BC2-D971-4675-A420-0CA5DFE9E697}" dt="2023-01-23T02:29:50.279" v="2062" actId="20577"/>
          <ac:spMkLst>
            <pc:docMk/>
            <pc:sldMk cId="2183115866" sldId="268"/>
            <ac:spMk id="7" creationId="{32541E65-DD9A-0E67-1A49-0D64A8F105E7}"/>
          </ac:spMkLst>
        </pc:spChg>
        <pc:graphicFrameChg chg="modGraphic">
          <ac:chgData name="Gopal Sonune" userId="a84d000b-e407-4958-bec6-a75de855f8bf" providerId="ADAL" clId="{508B7BC2-D971-4675-A420-0CA5DFE9E697}" dt="2023-01-23T02:29:38.724" v="2058" actId="14734"/>
          <ac:graphicFrameMkLst>
            <pc:docMk/>
            <pc:sldMk cId="2183115866" sldId="268"/>
            <ac:graphicFrameMk id="4" creationId="{EE6AC201-8444-6CA0-5016-CF20BC0D1608}"/>
          </ac:graphicFrameMkLst>
        </pc:graphicFrameChg>
        <pc:graphicFrameChg chg="modGraphic">
          <ac:chgData name="Gopal Sonune" userId="a84d000b-e407-4958-bec6-a75de855f8bf" providerId="ADAL" clId="{508B7BC2-D971-4675-A420-0CA5DFE9E697}" dt="2023-01-23T02:25:56.573" v="1984" actId="20577"/>
          <ac:graphicFrameMkLst>
            <pc:docMk/>
            <pc:sldMk cId="2183115866" sldId="268"/>
            <ac:graphicFrameMk id="6" creationId="{A56A561F-F630-A2C8-EAEA-F7922C538891}"/>
          </ac:graphicFrameMkLst>
        </pc:graphicFrameChg>
        <pc:graphicFrameChg chg="mod modGraphic">
          <ac:chgData name="Gopal Sonune" userId="a84d000b-e407-4958-bec6-a75de855f8bf" providerId="ADAL" clId="{508B7BC2-D971-4675-A420-0CA5DFE9E697}" dt="2023-01-23T02:27:43.156" v="2018" actId="20577"/>
          <ac:graphicFrameMkLst>
            <pc:docMk/>
            <pc:sldMk cId="2183115866" sldId="268"/>
            <ac:graphicFrameMk id="8" creationId="{C198B673-CBE2-12C7-F80D-1C04E5115283}"/>
          </ac:graphicFrameMkLst>
        </pc:graphicFrameChg>
        <pc:graphicFrameChg chg="mod modGraphic">
          <ac:chgData name="Gopal Sonune" userId="a84d000b-e407-4958-bec6-a75de855f8bf" providerId="ADAL" clId="{508B7BC2-D971-4675-A420-0CA5DFE9E697}" dt="2023-01-23T02:29:27.640" v="2057"/>
          <ac:graphicFrameMkLst>
            <pc:docMk/>
            <pc:sldMk cId="2183115866" sldId="268"/>
            <ac:graphicFrameMk id="9" creationId="{BF2C34C4-3650-F8DD-AA00-A05214D301F7}"/>
          </ac:graphicFrameMkLst>
        </pc:graphicFrameChg>
      </pc:sldChg>
      <pc:sldChg chg="delSp modSp add mod delAnim modAnim">
        <pc:chgData name="Gopal Sonune" userId="a84d000b-e407-4958-bec6-a75de855f8bf" providerId="ADAL" clId="{508B7BC2-D971-4675-A420-0CA5DFE9E697}" dt="2023-01-27T06:47:48.163" v="3148" actId="20577"/>
        <pc:sldMkLst>
          <pc:docMk/>
          <pc:sldMk cId="2378948719" sldId="269"/>
        </pc:sldMkLst>
        <pc:spChg chg="mod">
          <ac:chgData name="Gopal Sonune" userId="a84d000b-e407-4958-bec6-a75de855f8bf" providerId="ADAL" clId="{508B7BC2-D971-4675-A420-0CA5DFE9E697}" dt="2023-01-27T06:47:48.163" v="3148" actId="20577"/>
          <ac:spMkLst>
            <pc:docMk/>
            <pc:sldMk cId="2378948719" sldId="269"/>
            <ac:spMk id="2" creationId="{7B75D396-FFBA-8FAD-965E-C6EF290F0499}"/>
          </ac:spMkLst>
        </pc:spChg>
        <pc:spChg chg="mod">
          <ac:chgData name="Gopal Sonune" userId="a84d000b-e407-4958-bec6-a75de855f8bf" providerId="ADAL" clId="{508B7BC2-D971-4675-A420-0CA5DFE9E697}" dt="2023-01-23T09:07:54.355" v="2083" actId="20577"/>
          <ac:spMkLst>
            <pc:docMk/>
            <pc:sldMk cId="2378948719" sldId="269"/>
            <ac:spMk id="3" creationId="{24661D63-D968-DDC5-9063-C4202D31F76A}"/>
          </ac:spMkLst>
        </pc:spChg>
        <pc:spChg chg="mod">
          <ac:chgData name="Gopal Sonune" userId="a84d000b-e407-4958-bec6-a75de855f8bf" providerId="ADAL" clId="{508B7BC2-D971-4675-A420-0CA5DFE9E697}" dt="2023-01-23T09:30:42.476" v="2295" actId="14100"/>
          <ac:spMkLst>
            <pc:docMk/>
            <pc:sldMk cId="2378948719" sldId="269"/>
            <ac:spMk id="7" creationId="{32541E65-DD9A-0E67-1A49-0D64A8F105E7}"/>
          </ac:spMkLst>
        </pc:spChg>
        <pc:graphicFrameChg chg="del">
          <ac:chgData name="Gopal Sonune" userId="a84d000b-e407-4958-bec6-a75de855f8bf" providerId="ADAL" clId="{508B7BC2-D971-4675-A420-0CA5DFE9E697}" dt="2023-01-23T09:07:41.030" v="2080" actId="478"/>
          <ac:graphicFrameMkLst>
            <pc:docMk/>
            <pc:sldMk cId="2378948719" sldId="269"/>
            <ac:graphicFrameMk id="4" creationId="{EE6AC201-8444-6CA0-5016-CF20BC0D1608}"/>
          </ac:graphicFrameMkLst>
        </pc:graphicFrameChg>
        <pc:graphicFrameChg chg="del">
          <ac:chgData name="Gopal Sonune" userId="a84d000b-e407-4958-bec6-a75de855f8bf" providerId="ADAL" clId="{508B7BC2-D971-4675-A420-0CA5DFE9E697}" dt="2023-01-23T09:07:38.423" v="2079" actId="478"/>
          <ac:graphicFrameMkLst>
            <pc:docMk/>
            <pc:sldMk cId="2378948719" sldId="269"/>
            <ac:graphicFrameMk id="6" creationId="{A56A561F-F630-A2C8-EAEA-F7922C538891}"/>
          </ac:graphicFrameMkLst>
        </pc:graphicFrameChg>
        <pc:graphicFrameChg chg="mod modGraphic">
          <ac:chgData name="Gopal Sonune" userId="a84d000b-e407-4958-bec6-a75de855f8bf" providerId="ADAL" clId="{508B7BC2-D971-4675-A420-0CA5DFE9E697}" dt="2023-01-23T09:33:23.468" v="2302" actId="1076"/>
          <ac:graphicFrameMkLst>
            <pc:docMk/>
            <pc:sldMk cId="2378948719" sldId="269"/>
            <ac:graphicFrameMk id="8" creationId="{C198B673-CBE2-12C7-F80D-1C04E5115283}"/>
          </ac:graphicFrameMkLst>
        </pc:graphicFrameChg>
        <pc:graphicFrameChg chg="mod modGraphic">
          <ac:chgData name="Gopal Sonune" userId="a84d000b-e407-4958-bec6-a75de855f8bf" providerId="ADAL" clId="{508B7BC2-D971-4675-A420-0CA5DFE9E697}" dt="2023-01-23T09:33:55.412" v="2305" actId="207"/>
          <ac:graphicFrameMkLst>
            <pc:docMk/>
            <pc:sldMk cId="2378948719" sldId="269"/>
            <ac:graphicFrameMk id="9" creationId="{BF2C34C4-3650-F8DD-AA00-A05214D301F7}"/>
          </ac:graphicFrameMkLst>
        </pc:graphicFrameChg>
      </pc:sldChg>
      <pc:sldChg chg="new del">
        <pc:chgData name="Gopal Sonune" userId="a84d000b-e407-4958-bec6-a75de855f8bf" providerId="ADAL" clId="{508B7BC2-D971-4675-A420-0CA5DFE9E697}" dt="2023-01-23T09:06:15.706" v="2064" actId="680"/>
        <pc:sldMkLst>
          <pc:docMk/>
          <pc:sldMk cId="4179517528" sldId="269"/>
        </pc:sldMkLst>
      </pc:sldChg>
      <pc:sldChg chg="modSp add mod addAnim delAnim modAnim">
        <pc:chgData name="Gopal Sonune" userId="a84d000b-e407-4958-bec6-a75de855f8bf" providerId="ADAL" clId="{508B7BC2-D971-4675-A420-0CA5DFE9E697}" dt="2023-01-24T07:21:58.524" v="2950" actId="20577"/>
        <pc:sldMkLst>
          <pc:docMk/>
          <pc:sldMk cId="2262105903" sldId="270"/>
        </pc:sldMkLst>
        <pc:spChg chg="mod">
          <ac:chgData name="Gopal Sonune" userId="a84d000b-e407-4958-bec6-a75de855f8bf" providerId="ADAL" clId="{508B7BC2-D971-4675-A420-0CA5DFE9E697}" dt="2023-01-24T07:13:27.623" v="2846" actId="20577"/>
          <ac:spMkLst>
            <pc:docMk/>
            <pc:sldMk cId="2262105903" sldId="270"/>
            <ac:spMk id="2" creationId="{7B75D396-FFBA-8FAD-965E-C6EF290F0499}"/>
          </ac:spMkLst>
        </pc:spChg>
        <pc:spChg chg="mod">
          <ac:chgData name="Gopal Sonune" userId="a84d000b-e407-4958-bec6-a75de855f8bf" providerId="ADAL" clId="{508B7BC2-D971-4675-A420-0CA5DFE9E697}" dt="2023-01-24T07:21:58.524" v="2950" actId="20577"/>
          <ac:spMkLst>
            <pc:docMk/>
            <pc:sldMk cId="2262105903" sldId="270"/>
            <ac:spMk id="3" creationId="{24661D63-D968-DDC5-9063-C4202D31F76A}"/>
          </ac:spMkLst>
        </pc:spChg>
        <pc:spChg chg="mod">
          <ac:chgData name="Gopal Sonune" userId="a84d000b-e407-4958-bec6-a75de855f8bf" providerId="ADAL" clId="{508B7BC2-D971-4675-A420-0CA5DFE9E697}" dt="2023-01-24T07:02:11.896" v="2614" actId="113"/>
          <ac:spMkLst>
            <pc:docMk/>
            <pc:sldMk cId="2262105903" sldId="270"/>
            <ac:spMk id="7" creationId="{32541E65-DD9A-0E67-1A49-0D64A8F105E7}"/>
          </ac:spMkLst>
        </pc:spChg>
        <pc:graphicFrameChg chg="mod modGraphic">
          <ac:chgData name="Gopal Sonune" userId="a84d000b-e407-4958-bec6-a75de855f8bf" providerId="ADAL" clId="{508B7BC2-D971-4675-A420-0CA5DFE9E697}" dt="2023-01-23T12:02:55.689" v="2366" actId="20577"/>
          <ac:graphicFrameMkLst>
            <pc:docMk/>
            <pc:sldMk cId="2262105903" sldId="270"/>
            <ac:graphicFrameMk id="8" creationId="{C198B673-CBE2-12C7-F80D-1C04E5115283}"/>
          </ac:graphicFrameMkLst>
        </pc:graphicFrameChg>
        <pc:graphicFrameChg chg="mod modGraphic">
          <ac:chgData name="Gopal Sonune" userId="a84d000b-e407-4958-bec6-a75de855f8bf" providerId="ADAL" clId="{508B7BC2-D971-4675-A420-0CA5DFE9E697}" dt="2023-01-24T01:28:47.434" v="2504" actId="20577"/>
          <ac:graphicFrameMkLst>
            <pc:docMk/>
            <pc:sldMk cId="2262105903" sldId="270"/>
            <ac:graphicFrameMk id="9" creationId="{BF2C34C4-3650-F8DD-AA00-A05214D301F7}"/>
          </ac:graphicFrameMkLst>
        </pc:graphicFrameChg>
      </pc:sldChg>
      <pc:sldChg chg="modSp add mod">
        <pc:chgData name="Gopal Sonune" userId="a84d000b-e407-4958-bec6-a75de855f8bf" providerId="ADAL" clId="{508B7BC2-D971-4675-A420-0CA5DFE9E697}" dt="2023-01-27T14:11:13.510" v="3977" actId="947"/>
        <pc:sldMkLst>
          <pc:docMk/>
          <pc:sldMk cId="2257411934" sldId="271"/>
        </pc:sldMkLst>
        <pc:spChg chg="mod">
          <ac:chgData name="Gopal Sonune" userId="a84d000b-e407-4958-bec6-a75de855f8bf" providerId="ADAL" clId="{508B7BC2-D971-4675-A420-0CA5DFE9E697}" dt="2023-01-27T06:47:54.357" v="3150" actId="20577"/>
          <ac:spMkLst>
            <pc:docMk/>
            <pc:sldMk cId="2257411934" sldId="271"/>
            <ac:spMk id="2" creationId="{7B75D396-FFBA-8FAD-965E-C6EF290F0499}"/>
          </ac:spMkLst>
        </pc:spChg>
        <pc:spChg chg="mod">
          <ac:chgData name="Gopal Sonune" userId="a84d000b-e407-4958-bec6-a75de855f8bf" providerId="ADAL" clId="{508B7BC2-D971-4675-A420-0CA5DFE9E697}" dt="2023-01-24T07:22:17.633" v="2952" actId="20577"/>
          <ac:spMkLst>
            <pc:docMk/>
            <pc:sldMk cId="2257411934" sldId="271"/>
            <ac:spMk id="3" creationId="{24661D63-D968-DDC5-9063-C4202D31F76A}"/>
          </ac:spMkLst>
        </pc:spChg>
        <pc:spChg chg="mod">
          <ac:chgData name="Gopal Sonune" userId="a84d000b-e407-4958-bec6-a75de855f8bf" providerId="ADAL" clId="{508B7BC2-D971-4675-A420-0CA5DFE9E697}" dt="2023-01-24T07:09:32.242" v="2793" actId="27636"/>
          <ac:spMkLst>
            <pc:docMk/>
            <pc:sldMk cId="2257411934" sldId="271"/>
            <ac:spMk id="7" creationId="{32541E65-DD9A-0E67-1A49-0D64A8F105E7}"/>
          </ac:spMkLst>
        </pc:spChg>
        <pc:graphicFrameChg chg="modGraphic">
          <ac:chgData name="Gopal Sonune" userId="a84d000b-e407-4958-bec6-a75de855f8bf" providerId="ADAL" clId="{508B7BC2-D971-4675-A420-0CA5DFE9E697}" dt="2023-01-24T07:05:40.749" v="2686" actId="20577"/>
          <ac:graphicFrameMkLst>
            <pc:docMk/>
            <pc:sldMk cId="2257411934" sldId="271"/>
            <ac:graphicFrameMk id="8" creationId="{C198B673-CBE2-12C7-F80D-1C04E5115283}"/>
          </ac:graphicFrameMkLst>
        </pc:graphicFrameChg>
        <pc:graphicFrameChg chg="mod modGraphic">
          <ac:chgData name="Gopal Sonune" userId="a84d000b-e407-4958-bec6-a75de855f8bf" providerId="ADAL" clId="{508B7BC2-D971-4675-A420-0CA5DFE9E697}" dt="2023-01-27T14:11:13.510" v="3977" actId="947"/>
          <ac:graphicFrameMkLst>
            <pc:docMk/>
            <pc:sldMk cId="2257411934" sldId="271"/>
            <ac:graphicFrameMk id="9" creationId="{BF2C34C4-3650-F8DD-AA00-A05214D301F7}"/>
          </ac:graphicFrameMkLst>
        </pc:graphicFrameChg>
      </pc:sldChg>
      <pc:sldChg chg="addSp delSp modSp add mod addAnim delAnim modAnim">
        <pc:chgData name="Gopal Sonune" userId="a84d000b-e407-4958-bec6-a75de855f8bf" providerId="ADAL" clId="{508B7BC2-D971-4675-A420-0CA5DFE9E697}" dt="2023-01-27T16:45:51.127" v="4003" actId="6549"/>
        <pc:sldMkLst>
          <pc:docMk/>
          <pc:sldMk cId="3308599897" sldId="272"/>
        </pc:sldMkLst>
        <pc:spChg chg="mod">
          <ac:chgData name="Gopal Sonune" userId="a84d000b-e407-4958-bec6-a75de855f8bf" providerId="ADAL" clId="{508B7BC2-D971-4675-A420-0CA5DFE9E697}" dt="2023-01-27T06:47:58.643" v="3152" actId="20577"/>
          <ac:spMkLst>
            <pc:docMk/>
            <pc:sldMk cId="3308599897" sldId="272"/>
            <ac:spMk id="2" creationId="{7B75D396-FFBA-8FAD-965E-C6EF290F0499}"/>
          </ac:spMkLst>
        </pc:spChg>
        <pc:spChg chg="mod">
          <ac:chgData name="Gopal Sonune" userId="a84d000b-e407-4958-bec6-a75de855f8bf" providerId="ADAL" clId="{508B7BC2-D971-4675-A420-0CA5DFE9E697}" dt="2023-01-24T07:22:21.512" v="2954" actId="20577"/>
          <ac:spMkLst>
            <pc:docMk/>
            <pc:sldMk cId="3308599897" sldId="272"/>
            <ac:spMk id="3" creationId="{24661D63-D968-DDC5-9063-C4202D31F76A}"/>
          </ac:spMkLst>
        </pc:spChg>
        <pc:spChg chg="add mod">
          <ac:chgData name="Gopal Sonune" userId="a84d000b-e407-4958-bec6-a75de855f8bf" providerId="ADAL" clId="{508B7BC2-D971-4675-A420-0CA5DFE9E697}" dt="2023-01-27T16:45:51.127" v="4003" actId="6549"/>
          <ac:spMkLst>
            <pc:docMk/>
            <pc:sldMk cId="3308599897" sldId="272"/>
            <ac:spMk id="4" creationId="{A9052D62-4BCC-5C8E-7BE2-C3EE641542B7}"/>
          </ac:spMkLst>
        </pc:spChg>
        <pc:spChg chg="add del">
          <ac:chgData name="Gopal Sonune" userId="a84d000b-e407-4958-bec6-a75de855f8bf" providerId="ADAL" clId="{508B7BC2-D971-4675-A420-0CA5DFE9E697}" dt="2023-01-27T08:17:18.328" v="3948" actId="478"/>
          <ac:spMkLst>
            <pc:docMk/>
            <pc:sldMk cId="3308599897" sldId="272"/>
            <ac:spMk id="7" creationId="{32541E65-DD9A-0E67-1A49-0D64A8F105E7}"/>
          </ac:spMkLst>
        </pc:spChg>
        <pc:graphicFrameChg chg="modGraphic">
          <ac:chgData name="Gopal Sonune" userId="a84d000b-e407-4958-bec6-a75de855f8bf" providerId="ADAL" clId="{508B7BC2-D971-4675-A420-0CA5DFE9E697}" dt="2023-01-24T07:11:04.241" v="2805" actId="20577"/>
          <ac:graphicFrameMkLst>
            <pc:docMk/>
            <pc:sldMk cId="3308599897" sldId="272"/>
            <ac:graphicFrameMk id="8" creationId="{C198B673-CBE2-12C7-F80D-1C04E5115283}"/>
          </ac:graphicFrameMkLst>
        </pc:graphicFrameChg>
        <pc:graphicFrameChg chg="mod modGraphic">
          <ac:chgData name="Gopal Sonune" userId="a84d000b-e407-4958-bec6-a75de855f8bf" providerId="ADAL" clId="{508B7BC2-D971-4675-A420-0CA5DFE9E697}" dt="2023-01-24T07:13:11.096" v="2844" actId="1076"/>
          <ac:graphicFrameMkLst>
            <pc:docMk/>
            <pc:sldMk cId="3308599897" sldId="272"/>
            <ac:graphicFrameMk id="9" creationId="{BF2C34C4-3650-F8DD-AA00-A05214D301F7}"/>
          </ac:graphicFrameMkLst>
        </pc:graphicFrameChg>
      </pc:sldChg>
      <pc:sldChg chg="addSp delSp modSp add mod addAnim delAnim modAnim">
        <pc:chgData name="Gopal Sonune" userId="a84d000b-e407-4958-bec6-a75de855f8bf" providerId="ADAL" clId="{508B7BC2-D971-4675-A420-0CA5DFE9E697}" dt="2023-01-28T15:50:25.571" v="4081"/>
        <pc:sldMkLst>
          <pc:docMk/>
          <pc:sldMk cId="4236933599" sldId="273"/>
        </pc:sldMkLst>
        <pc:spChg chg="mod">
          <ac:chgData name="Gopal Sonune" userId="a84d000b-e407-4958-bec6-a75de855f8bf" providerId="ADAL" clId="{508B7BC2-D971-4675-A420-0CA5DFE9E697}" dt="2023-01-27T06:48:02.988" v="3154" actId="20577"/>
          <ac:spMkLst>
            <pc:docMk/>
            <pc:sldMk cId="4236933599" sldId="273"/>
            <ac:spMk id="2" creationId="{7B75D396-FFBA-8FAD-965E-C6EF290F0499}"/>
          </ac:spMkLst>
        </pc:spChg>
        <pc:spChg chg="mod">
          <ac:chgData name="Gopal Sonune" userId="a84d000b-e407-4958-bec6-a75de855f8bf" providerId="ADAL" clId="{508B7BC2-D971-4675-A420-0CA5DFE9E697}" dt="2023-01-24T07:22:37.317" v="2956" actId="20577"/>
          <ac:spMkLst>
            <pc:docMk/>
            <pc:sldMk cId="4236933599" sldId="273"/>
            <ac:spMk id="3" creationId="{24661D63-D968-DDC5-9063-C4202D31F76A}"/>
          </ac:spMkLst>
        </pc:spChg>
        <pc:spChg chg="mod">
          <ac:chgData name="Gopal Sonune" userId="a84d000b-e407-4958-bec6-a75de855f8bf" providerId="ADAL" clId="{508B7BC2-D971-4675-A420-0CA5DFE9E697}" dt="2023-01-27T06:45:31.052" v="3133" actId="20577"/>
          <ac:spMkLst>
            <pc:docMk/>
            <pc:sldMk cId="4236933599" sldId="273"/>
            <ac:spMk id="7" creationId="{32541E65-DD9A-0E67-1A49-0D64A8F105E7}"/>
          </ac:spMkLst>
        </pc:spChg>
        <pc:graphicFrameChg chg="add mod modGraphic">
          <ac:chgData name="Gopal Sonune" userId="a84d000b-e407-4958-bec6-a75de855f8bf" providerId="ADAL" clId="{508B7BC2-D971-4675-A420-0CA5DFE9E697}" dt="2023-01-27T06:46:08.913" v="3139" actId="14734"/>
          <ac:graphicFrameMkLst>
            <pc:docMk/>
            <pc:sldMk cId="4236933599" sldId="273"/>
            <ac:graphicFrameMk id="5" creationId="{256F75AA-1DBD-784C-F4D4-0872551D526B}"/>
          </ac:graphicFrameMkLst>
        </pc:graphicFrameChg>
        <pc:graphicFrameChg chg="mod modGraphic">
          <ac:chgData name="Gopal Sonune" userId="a84d000b-e407-4958-bec6-a75de855f8bf" providerId="ADAL" clId="{508B7BC2-D971-4675-A420-0CA5DFE9E697}" dt="2023-01-27T16:46:24.431" v="4006" actId="1076"/>
          <ac:graphicFrameMkLst>
            <pc:docMk/>
            <pc:sldMk cId="4236933599" sldId="273"/>
            <ac:graphicFrameMk id="8" creationId="{C198B673-CBE2-12C7-F80D-1C04E5115283}"/>
          </ac:graphicFrameMkLst>
        </pc:graphicFrameChg>
        <pc:graphicFrameChg chg="del">
          <ac:chgData name="Gopal Sonune" userId="a84d000b-e407-4958-bec6-a75de855f8bf" providerId="ADAL" clId="{508B7BC2-D971-4675-A420-0CA5DFE9E697}" dt="2023-01-24T07:21:33.127" v="2946" actId="478"/>
          <ac:graphicFrameMkLst>
            <pc:docMk/>
            <pc:sldMk cId="4236933599" sldId="273"/>
            <ac:graphicFrameMk id="9" creationId="{BF2C34C4-3650-F8DD-AA00-A05214D301F7}"/>
          </ac:graphicFrameMkLst>
        </pc:graphicFrameChg>
        <pc:picChg chg="add del">
          <ac:chgData name="Gopal Sonune" userId="a84d000b-e407-4958-bec6-a75de855f8bf" providerId="ADAL" clId="{508B7BC2-D971-4675-A420-0CA5DFE9E697}" dt="2023-01-27T05:27:21.480" v="2959"/>
          <ac:picMkLst>
            <pc:docMk/>
            <pc:sldMk cId="4236933599" sldId="273"/>
            <ac:picMk id="4" creationId="{972400DC-CAAE-5BBC-9C59-DF3641388E24}"/>
          </ac:picMkLst>
        </pc:picChg>
      </pc:sldChg>
      <pc:sldChg chg="addSp delSp modSp add mod delAnim modAnim">
        <pc:chgData name="Gopal Sonune" userId="a84d000b-e407-4958-bec6-a75de855f8bf" providerId="ADAL" clId="{508B7BC2-D971-4675-A420-0CA5DFE9E697}" dt="2023-01-28T15:35:40.891" v="4074"/>
        <pc:sldMkLst>
          <pc:docMk/>
          <pc:sldMk cId="109491364" sldId="274"/>
        </pc:sldMkLst>
        <pc:spChg chg="mod">
          <ac:chgData name="Gopal Sonune" userId="a84d000b-e407-4958-bec6-a75de855f8bf" providerId="ADAL" clId="{508B7BC2-D971-4675-A420-0CA5DFE9E697}" dt="2023-01-27T06:48:08.137" v="3156" actId="20577"/>
          <ac:spMkLst>
            <pc:docMk/>
            <pc:sldMk cId="109491364" sldId="274"/>
            <ac:spMk id="2" creationId="{7B75D396-FFBA-8FAD-965E-C6EF290F0499}"/>
          </ac:spMkLst>
        </pc:spChg>
        <pc:spChg chg="mod">
          <ac:chgData name="Gopal Sonune" userId="a84d000b-e407-4958-bec6-a75de855f8bf" providerId="ADAL" clId="{508B7BC2-D971-4675-A420-0CA5DFE9E697}" dt="2023-01-27T06:48:17.355" v="3158" actId="20577"/>
          <ac:spMkLst>
            <pc:docMk/>
            <pc:sldMk cId="109491364" sldId="274"/>
            <ac:spMk id="3" creationId="{24661D63-D968-DDC5-9063-C4202D31F76A}"/>
          </ac:spMkLst>
        </pc:spChg>
        <pc:spChg chg="add mod">
          <ac:chgData name="Gopal Sonune" userId="a84d000b-e407-4958-bec6-a75de855f8bf" providerId="ADAL" clId="{508B7BC2-D971-4675-A420-0CA5DFE9E697}" dt="2023-01-28T15:31:16.578" v="4062" actId="1076"/>
          <ac:spMkLst>
            <pc:docMk/>
            <pc:sldMk cId="109491364" sldId="274"/>
            <ac:spMk id="4" creationId="{E81D34B2-1E29-80F3-E8E2-86CEAA2EA746}"/>
          </ac:spMkLst>
        </pc:spChg>
        <pc:spChg chg="add mod">
          <ac:chgData name="Gopal Sonune" userId="a84d000b-e407-4958-bec6-a75de855f8bf" providerId="ADAL" clId="{508B7BC2-D971-4675-A420-0CA5DFE9E697}" dt="2023-01-28T15:31:20.398" v="4063" actId="1076"/>
          <ac:spMkLst>
            <pc:docMk/>
            <pc:sldMk cId="109491364" sldId="274"/>
            <ac:spMk id="6" creationId="{04541CD5-4687-13FC-B35B-BCF3BDA014CA}"/>
          </ac:spMkLst>
        </pc:spChg>
        <pc:spChg chg="del mod">
          <ac:chgData name="Gopal Sonune" userId="a84d000b-e407-4958-bec6-a75de855f8bf" providerId="ADAL" clId="{508B7BC2-D971-4675-A420-0CA5DFE9E697}" dt="2023-01-27T07:51:26.369" v="3941" actId="478"/>
          <ac:spMkLst>
            <pc:docMk/>
            <pc:sldMk cId="109491364" sldId="274"/>
            <ac:spMk id="7" creationId="{32541E65-DD9A-0E67-1A49-0D64A8F105E7}"/>
          </ac:spMkLst>
        </pc:spChg>
        <pc:spChg chg="add mod">
          <ac:chgData name="Gopal Sonune" userId="a84d000b-e407-4958-bec6-a75de855f8bf" providerId="ADAL" clId="{508B7BC2-D971-4675-A420-0CA5DFE9E697}" dt="2023-01-27T16:50:35.336" v="4030" actId="1076"/>
          <ac:spMkLst>
            <pc:docMk/>
            <pc:sldMk cId="109491364" sldId="274"/>
            <ac:spMk id="9" creationId="{348015AA-7985-8A4C-0B0F-DB1C5F3D84CF}"/>
          </ac:spMkLst>
        </pc:spChg>
        <pc:spChg chg="add mod">
          <ac:chgData name="Gopal Sonune" userId="a84d000b-e407-4958-bec6-a75de855f8bf" providerId="ADAL" clId="{508B7BC2-D971-4675-A420-0CA5DFE9E697}" dt="2023-01-28T15:35:18.551" v="4072" actId="1076"/>
          <ac:spMkLst>
            <pc:docMk/>
            <pc:sldMk cId="109491364" sldId="274"/>
            <ac:spMk id="10" creationId="{BC0392E2-43AE-57FA-39A9-A77D48A5A151}"/>
          </ac:spMkLst>
        </pc:spChg>
        <pc:graphicFrameChg chg="del mod modGraphic">
          <ac:chgData name="Gopal Sonune" userId="a84d000b-e407-4958-bec6-a75de855f8bf" providerId="ADAL" clId="{508B7BC2-D971-4675-A420-0CA5DFE9E697}" dt="2023-01-27T07:51:40.303" v="3945" actId="478"/>
          <ac:graphicFrameMkLst>
            <pc:docMk/>
            <pc:sldMk cId="109491364" sldId="274"/>
            <ac:graphicFrameMk id="5" creationId="{256F75AA-1DBD-784C-F4D4-0872551D526B}"/>
          </ac:graphicFrameMkLst>
        </pc:graphicFrameChg>
        <pc:graphicFrameChg chg="mod modGraphic">
          <ac:chgData name="Gopal Sonune" userId="a84d000b-e407-4958-bec6-a75de855f8bf" providerId="ADAL" clId="{508B7BC2-D971-4675-A420-0CA5DFE9E697}" dt="2023-01-28T15:31:12.928" v="4061" actId="1076"/>
          <ac:graphicFrameMkLst>
            <pc:docMk/>
            <pc:sldMk cId="109491364" sldId="274"/>
            <ac:graphicFrameMk id="8" creationId="{C198B673-CBE2-12C7-F80D-1C04E5115283}"/>
          </ac:graphicFrameMkLst>
        </pc:graphicFrameChg>
      </pc:sldChg>
      <pc:sldChg chg="addSp delSp modSp new add del mod">
        <pc:chgData name="Gopal Sonune" userId="a84d000b-e407-4958-bec6-a75de855f8bf" providerId="ADAL" clId="{508B7BC2-D971-4675-A420-0CA5DFE9E697}" dt="2023-01-28T17:21:48.273" v="4114" actId="21"/>
        <pc:sldMkLst>
          <pc:docMk/>
          <pc:sldMk cId="521569060" sldId="275"/>
        </pc:sldMkLst>
        <pc:spChg chg="mod">
          <ac:chgData name="Gopal Sonune" userId="a84d000b-e407-4958-bec6-a75de855f8bf" providerId="ADAL" clId="{508B7BC2-D971-4675-A420-0CA5DFE9E697}" dt="2023-01-28T17:21:48.273" v="4114" actId="21"/>
          <ac:spMkLst>
            <pc:docMk/>
            <pc:sldMk cId="521569060" sldId="275"/>
            <ac:spMk id="2" creationId="{1BBA4789-95EF-3046-81B0-37F589E44DC4}"/>
          </ac:spMkLst>
        </pc:spChg>
        <pc:spChg chg="del mod">
          <ac:chgData name="Gopal Sonune" userId="a84d000b-e407-4958-bec6-a75de855f8bf" providerId="ADAL" clId="{508B7BC2-D971-4675-A420-0CA5DFE9E697}" dt="2023-01-27T07:50:39.968" v="3935" actId="22"/>
          <ac:spMkLst>
            <pc:docMk/>
            <pc:sldMk cId="521569060" sldId="275"/>
            <ac:spMk id="3" creationId="{5A88A7EF-8EB6-991C-8738-936D14D06B6A}"/>
          </ac:spMkLst>
        </pc:spChg>
        <pc:picChg chg="add mod ord">
          <ac:chgData name="Gopal Sonune" userId="a84d000b-e407-4958-bec6-a75de855f8bf" providerId="ADAL" clId="{508B7BC2-D971-4675-A420-0CA5DFE9E697}" dt="2023-01-27T07:50:39.968" v="3935" actId="22"/>
          <ac:picMkLst>
            <pc:docMk/>
            <pc:sldMk cId="521569060" sldId="275"/>
            <ac:picMk id="5" creationId="{9FBDD536-28EC-FD08-A317-FE34284DDBE3}"/>
          </ac:picMkLst>
        </pc:picChg>
      </pc:sldChg>
      <pc:sldChg chg="addSp delSp modSp new mod setBg addAnim delAnim modAnim">
        <pc:chgData name="Gopal Sonune" userId="a84d000b-e407-4958-bec6-a75de855f8bf" providerId="ADAL" clId="{508B7BC2-D971-4675-A420-0CA5DFE9E697}" dt="2023-01-28T17:28:27.472" v="4143" actId="108"/>
        <pc:sldMkLst>
          <pc:docMk/>
          <pc:sldMk cId="2364855566" sldId="276"/>
        </pc:sldMkLst>
        <pc:spChg chg="mod">
          <ac:chgData name="Gopal Sonune" userId="a84d000b-e407-4958-bec6-a75de855f8bf" providerId="ADAL" clId="{508B7BC2-D971-4675-A420-0CA5DFE9E697}" dt="2023-01-28T17:28:27.472" v="4143" actId="108"/>
          <ac:spMkLst>
            <pc:docMk/>
            <pc:sldMk cId="2364855566" sldId="276"/>
            <ac:spMk id="2" creationId="{D49C38E8-56DE-3161-0823-3B3532BB01BF}"/>
          </ac:spMkLst>
        </pc:spChg>
        <pc:spChg chg="add del mod">
          <ac:chgData name="Gopal Sonune" userId="a84d000b-e407-4958-bec6-a75de855f8bf" providerId="ADAL" clId="{508B7BC2-D971-4675-A420-0CA5DFE9E697}" dt="2023-01-28T17:22:02.943" v="4119" actId="14100"/>
          <ac:spMkLst>
            <pc:docMk/>
            <pc:sldMk cId="2364855566" sldId="276"/>
            <ac:spMk id="3" creationId="{55556E53-A6EA-BE0D-AA43-81619185A69F}"/>
          </ac:spMkLst>
        </pc:spChg>
        <pc:spChg chg="add del mod">
          <ac:chgData name="Gopal Sonune" userId="a84d000b-e407-4958-bec6-a75de855f8bf" providerId="ADAL" clId="{508B7BC2-D971-4675-A420-0CA5DFE9E697}" dt="2023-01-28T17:21:45.296" v="4112" actId="478"/>
          <ac:spMkLst>
            <pc:docMk/>
            <pc:sldMk cId="2364855566" sldId="276"/>
            <ac:spMk id="7" creationId="{79F46187-2685-D563-9499-312B367430AB}"/>
          </ac:spMkLst>
        </pc:spChg>
        <pc:spChg chg="add">
          <ac:chgData name="Gopal Sonune" userId="a84d000b-e407-4958-bec6-a75de855f8bf" providerId="ADAL" clId="{508B7BC2-D971-4675-A420-0CA5DFE9E697}" dt="2023-01-27T07:39:22.324" v="3690" actId="26606"/>
          <ac:spMkLst>
            <pc:docMk/>
            <pc:sldMk cId="2364855566" sldId="276"/>
            <ac:spMk id="10" creationId="{2B566528-1B12-4246-9431-5C2D7D081168}"/>
          </ac:spMkLst>
        </pc:spChg>
        <pc:grpChg chg="add">
          <ac:chgData name="Gopal Sonune" userId="a84d000b-e407-4958-bec6-a75de855f8bf" providerId="ADAL" clId="{508B7BC2-D971-4675-A420-0CA5DFE9E697}" dt="2023-01-27T07:39:22.324" v="3690" actId="26606"/>
          <ac:grpSpMkLst>
            <pc:docMk/>
            <pc:sldMk cId="2364855566" sldId="276"/>
            <ac:grpSpMk id="12" creationId="{828A5161-06F1-46CF-8AD7-844680A59E13}"/>
          </ac:grpSpMkLst>
        </pc:grpChg>
        <pc:grpChg chg="add">
          <ac:chgData name="Gopal Sonune" userId="a84d000b-e407-4958-bec6-a75de855f8bf" providerId="ADAL" clId="{508B7BC2-D971-4675-A420-0CA5DFE9E697}" dt="2023-01-27T07:39:22.324" v="3690" actId="26606"/>
          <ac:grpSpMkLst>
            <pc:docMk/>
            <pc:sldMk cId="2364855566" sldId="276"/>
            <ac:grpSpMk id="16" creationId="{5995D10D-E9C9-47DB-AE7E-801FEF38F5C9}"/>
          </ac:grpSpMkLst>
        </pc:grpChg>
        <pc:picChg chg="add del mod">
          <ac:chgData name="Gopal Sonune" userId="a84d000b-e407-4958-bec6-a75de855f8bf" providerId="ADAL" clId="{508B7BC2-D971-4675-A420-0CA5DFE9E697}" dt="2023-01-28T17:21:46.620" v="4113"/>
          <ac:picMkLst>
            <pc:docMk/>
            <pc:sldMk cId="2364855566" sldId="276"/>
            <ac:picMk id="4" creationId="{BFAAB72F-191B-1B1D-3A4B-2EDB008878C8}"/>
          </ac:picMkLst>
        </pc:picChg>
        <pc:picChg chg="add del mod">
          <ac:chgData name="Gopal Sonune" userId="a84d000b-e407-4958-bec6-a75de855f8bf" providerId="ADAL" clId="{508B7BC2-D971-4675-A420-0CA5DFE9E697}" dt="2023-01-28T17:16:38.271" v="4089" actId="478"/>
          <ac:picMkLst>
            <pc:docMk/>
            <pc:sldMk cId="2364855566" sldId="276"/>
            <ac:picMk id="5" creationId="{2FA86164-8033-DCED-A3AA-F6642DBC3AAB}"/>
          </ac:picMkLst>
        </pc:picChg>
        <pc:picChg chg="add mod">
          <ac:chgData name="Gopal Sonune" userId="a84d000b-e407-4958-bec6-a75de855f8bf" providerId="ADAL" clId="{508B7BC2-D971-4675-A420-0CA5DFE9E697}" dt="2023-01-28T17:24:26.986" v="4124" actId="1076"/>
          <ac:picMkLst>
            <pc:docMk/>
            <pc:sldMk cId="2364855566" sldId="276"/>
            <ac:picMk id="9" creationId="{EF223BA9-E63F-7302-F1C5-03B5678D097B}"/>
          </ac:picMkLst>
        </pc:picChg>
      </pc:sldChg>
      <pc:sldChg chg="addSp delSp modSp add mod modAnim">
        <pc:chgData name="Gopal Sonune" userId="a84d000b-e407-4958-bec6-a75de855f8bf" providerId="ADAL" clId="{508B7BC2-D971-4675-A420-0CA5DFE9E697}" dt="2023-01-28T17:27:59.170" v="4141" actId="108"/>
        <pc:sldMkLst>
          <pc:docMk/>
          <pc:sldMk cId="2930667295" sldId="277"/>
        </pc:sldMkLst>
        <pc:spChg chg="mod">
          <ac:chgData name="Gopal Sonune" userId="a84d000b-e407-4958-bec6-a75de855f8bf" providerId="ADAL" clId="{508B7BC2-D971-4675-A420-0CA5DFE9E697}" dt="2023-01-28T17:27:59.170" v="4141" actId="108"/>
          <ac:spMkLst>
            <pc:docMk/>
            <pc:sldMk cId="2930667295" sldId="277"/>
            <ac:spMk id="2" creationId="{D49C38E8-56DE-3161-0823-3B3532BB01BF}"/>
          </ac:spMkLst>
        </pc:spChg>
        <pc:spChg chg="mod">
          <ac:chgData name="Gopal Sonune" userId="a84d000b-e407-4958-bec6-a75de855f8bf" providerId="ADAL" clId="{508B7BC2-D971-4675-A420-0CA5DFE9E697}" dt="2023-01-27T07:44:01.210" v="3763" actId="20577"/>
          <ac:spMkLst>
            <pc:docMk/>
            <pc:sldMk cId="2930667295" sldId="277"/>
            <ac:spMk id="3" creationId="{55556E53-A6EA-BE0D-AA43-81619185A69F}"/>
          </ac:spMkLst>
        </pc:spChg>
        <pc:picChg chg="del">
          <ac:chgData name="Gopal Sonune" userId="a84d000b-e407-4958-bec6-a75de855f8bf" providerId="ADAL" clId="{508B7BC2-D971-4675-A420-0CA5DFE9E697}" dt="2023-01-27T07:42:08.683" v="3724" actId="478"/>
          <ac:picMkLst>
            <pc:docMk/>
            <pc:sldMk cId="2930667295" sldId="277"/>
            <ac:picMk id="5" creationId="{2FA86164-8033-DCED-A3AA-F6642DBC3AAB}"/>
          </ac:picMkLst>
        </pc:picChg>
        <pc:picChg chg="add mod">
          <ac:chgData name="Gopal Sonune" userId="a84d000b-e407-4958-bec6-a75de855f8bf" providerId="ADAL" clId="{508B7BC2-D971-4675-A420-0CA5DFE9E697}" dt="2023-01-28T17:25:40.351" v="4126" actId="14100"/>
          <ac:picMkLst>
            <pc:docMk/>
            <pc:sldMk cId="2930667295" sldId="277"/>
            <ac:picMk id="6" creationId="{36B0877D-9109-7726-4764-1C1BF3BAE3EC}"/>
          </ac:picMkLst>
        </pc:picChg>
      </pc:sldChg>
      <pc:sldChg chg="addSp delSp modSp add mod modAnim">
        <pc:chgData name="Gopal Sonune" userId="a84d000b-e407-4958-bec6-a75de855f8bf" providerId="ADAL" clId="{508B7BC2-D971-4675-A420-0CA5DFE9E697}" dt="2023-01-28T17:28:12.721" v="4142" actId="108"/>
        <pc:sldMkLst>
          <pc:docMk/>
          <pc:sldMk cId="1066687579" sldId="278"/>
        </pc:sldMkLst>
        <pc:spChg chg="mod">
          <ac:chgData name="Gopal Sonune" userId="a84d000b-e407-4958-bec6-a75de855f8bf" providerId="ADAL" clId="{508B7BC2-D971-4675-A420-0CA5DFE9E697}" dt="2023-01-28T17:28:12.721" v="4142" actId="108"/>
          <ac:spMkLst>
            <pc:docMk/>
            <pc:sldMk cId="1066687579" sldId="278"/>
            <ac:spMk id="2" creationId="{D49C38E8-56DE-3161-0823-3B3532BB01BF}"/>
          </ac:spMkLst>
        </pc:spChg>
        <pc:spChg chg="mod">
          <ac:chgData name="Gopal Sonune" userId="a84d000b-e407-4958-bec6-a75de855f8bf" providerId="ADAL" clId="{508B7BC2-D971-4675-A420-0CA5DFE9E697}" dt="2023-01-27T07:49:37.742" v="3932" actId="20577"/>
          <ac:spMkLst>
            <pc:docMk/>
            <pc:sldMk cId="1066687579" sldId="278"/>
            <ac:spMk id="3" creationId="{55556E53-A6EA-BE0D-AA43-81619185A69F}"/>
          </ac:spMkLst>
        </pc:spChg>
        <pc:picChg chg="add mod">
          <ac:chgData name="Gopal Sonune" userId="a84d000b-e407-4958-bec6-a75de855f8bf" providerId="ADAL" clId="{508B7BC2-D971-4675-A420-0CA5DFE9E697}" dt="2023-01-28T17:25:48.395" v="4127" actId="14100"/>
          <ac:picMkLst>
            <pc:docMk/>
            <pc:sldMk cId="1066687579" sldId="278"/>
            <ac:picMk id="5" creationId="{ADC7028C-E540-FFD8-8E8C-5DA16813E003}"/>
          </ac:picMkLst>
        </pc:picChg>
        <pc:picChg chg="del">
          <ac:chgData name="Gopal Sonune" userId="a84d000b-e407-4958-bec6-a75de855f8bf" providerId="ADAL" clId="{508B7BC2-D971-4675-A420-0CA5DFE9E697}" dt="2023-01-27T07:46:36.207" v="3778" actId="478"/>
          <ac:picMkLst>
            <pc:docMk/>
            <pc:sldMk cId="1066687579" sldId="278"/>
            <ac:picMk id="6" creationId="{36B0877D-9109-7726-4764-1C1BF3BAE3EC}"/>
          </ac:picMkLst>
        </pc:picChg>
      </pc:sldChg>
      <pc:sldChg chg="add del">
        <pc:chgData name="Gopal Sonune" userId="a84d000b-e407-4958-bec6-a75de855f8bf" providerId="ADAL" clId="{508B7BC2-D971-4675-A420-0CA5DFE9E697}" dt="2023-01-28T17:21:50.438" v="4115" actId="2890"/>
        <pc:sldMkLst>
          <pc:docMk/>
          <pc:sldMk cId="4081131542" sldId="279"/>
        </pc:sldMkLst>
      </pc:sldChg>
      <pc:sldChg chg="add del">
        <pc:chgData name="Gopal Sonune" userId="a84d000b-e407-4958-bec6-a75de855f8bf" providerId="ADAL" clId="{508B7BC2-D971-4675-A420-0CA5DFE9E697}" dt="2023-01-28T17:21:52.432" v="4116" actId="47"/>
        <pc:sldMkLst>
          <pc:docMk/>
          <pc:sldMk cId="4247736512" sldId="279"/>
        </pc:sldMkLst>
      </pc:sldChg>
      <pc:sldChg chg="add del">
        <pc:chgData name="Gopal Sonune" userId="a84d000b-e407-4958-bec6-a75de855f8bf" providerId="ADAL" clId="{508B7BC2-D971-4675-A420-0CA5DFE9E697}" dt="2023-01-28T17:16:02.872" v="4085" actId="2890"/>
        <pc:sldMkLst>
          <pc:docMk/>
          <pc:sldMk cId="1954095049" sldId="280"/>
        </pc:sldMkLst>
      </pc:sldChg>
      <pc:sldMasterChg chg="add del addSldLayout delSldLayout">
        <pc:chgData name="Gopal Sonune" userId="a84d000b-e407-4958-bec6-a75de855f8bf" providerId="ADAL" clId="{508B7BC2-D971-4675-A420-0CA5DFE9E697}" dt="2023-01-17T05:24:45.808" v="68" actId="26606"/>
        <pc:sldMasterMkLst>
          <pc:docMk/>
          <pc:sldMasterMk cId="12410251" sldId="2147483648"/>
        </pc:sldMasterMkLst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12410251" sldId="2147483648"/>
            <pc:sldLayoutMk cId="377619315" sldId="2147483649"/>
          </pc:sldLayoutMkLst>
        </pc:sldLayoutChg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12410251" sldId="2147483648"/>
            <pc:sldLayoutMk cId="1756316073" sldId="2147483650"/>
          </pc:sldLayoutMkLst>
        </pc:sldLayoutChg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12410251" sldId="2147483648"/>
            <pc:sldLayoutMk cId="2767692935" sldId="2147483651"/>
          </pc:sldLayoutMkLst>
        </pc:sldLayoutChg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12410251" sldId="2147483648"/>
            <pc:sldLayoutMk cId="1366448900" sldId="2147483652"/>
          </pc:sldLayoutMkLst>
        </pc:sldLayoutChg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12410251" sldId="2147483648"/>
            <pc:sldLayoutMk cId="1854247886" sldId="2147483653"/>
          </pc:sldLayoutMkLst>
        </pc:sldLayoutChg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12410251" sldId="2147483648"/>
            <pc:sldLayoutMk cId="830012742" sldId="2147483654"/>
          </pc:sldLayoutMkLst>
        </pc:sldLayoutChg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12410251" sldId="2147483648"/>
            <pc:sldLayoutMk cId="325167407" sldId="2147483655"/>
          </pc:sldLayoutMkLst>
        </pc:sldLayoutChg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12410251" sldId="2147483648"/>
            <pc:sldLayoutMk cId="3388735806" sldId="2147483656"/>
          </pc:sldLayoutMkLst>
        </pc:sldLayoutChg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12410251" sldId="2147483648"/>
            <pc:sldLayoutMk cId="1676734411" sldId="2147483657"/>
          </pc:sldLayoutMkLst>
        </pc:sldLayoutChg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12410251" sldId="2147483648"/>
            <pc:sldLayoutMk cId="2537854064" sldId="2147483658"/>
          </pc:sldLayoutMkLst>
        </pc:sldLayoutChg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12410251" sldId="2147483648"/>
            <pc:sldLayoutMk cId="4068008057" sldId="2147483659"/>
          </pc:sldLayoutMkLst>
        </pc:sldLayoutChg>
      </pc:sldMasterChg>
      <pc:sldMasterChg chg="add del addSldLayout delSldLayout">
        <pc:chgData name="Gopal Sonune" userId="a84d000b-e407-4958-bec6-a75de855f8bf" providerId="ADAL" clId="{508B7BC2-D971-4675-A420-0CA5DFE9E697}" dt="2023-01-17T05:23:44.110" v="61" actId="26606"/>
        <pc:sldMasterMkLst>
          <pc:docMk/>
          <pc:sldMasterMk cId="4169383289" sldId="2147483686"/>
        </pc:sldMasterMkLst>
        <pc:sldLayoutChg chg="add del">
          <pc:chgData name="Gopal Sonune" userId="a84d000b-e407-4958-bec6-a75de855f8bf" providerId="ADAL" clId="{508B7BC2-D971-4675-A420-0CA5DFE9E697}" dt="2023-01-17T05:23:44.110" v="61" actId="26606"/>
          <pc:sldLayoutMkLst>
            <pc:docMk/>
            <pc:sldMasterMk cId="4169383289" sldId="2147483686"/>
            <pc:sldLayoutMk cId="4230207069" sldId="2147483675"/>
          </pc:sldLayoutMkLst>
        </pc:sldLayoutChg>
        <pc:sldLayoutChg chg="add del">
          <pc:chgData name="Gopal Sonune" userId="a84d000b-e407-4958-bec6-a75de855f8bf" providerId="ADAL" clId="{508B7BC2-D971-4675-A420-0CA5DFE9E697}" dt="2023-01-17T05:23:44.110" v="61" actId="26606"/>
          <pc:sldLayoutMkLst>
            <pc:docMk/>
            <pc:sldMasterMk cId="4169383289" sldId="2147483686"/>
            <pc:sldLayoutMk cId="1242643467" sldId="2147483676"/>
          </pc:sldLayoutMkLst>
        </pc:sldLayoutChg>
        <pc:sldLayoutChg chg="add del">
          <pc:chgData name="Gopal Sonune" userId="a84d000b-e407-4958-bec6-a75de855f8bf" providerId="ADAL" clId="{508B7BC2-D971-4675-A420-0CA5DFE9E697}" dt="2023-01-17T05:23:44.110" v="61" actId="26606"/>
          <pc:sldLayoutMkLst>
            <pc:docMk/>
            <pc:sldMasterMk cId="4169383289" sldId="2147483686"/>
            <pc:sldLayoutMk cId="109028175" sldId="2147483677"/>
          </pc:sldLayoutMkLst>
        </pc:sldLayoutChg>
        <pc:sldLayoutChg chg="add del">
          <pc:chgData name="Gopal Sonune" userId="a84d000b-e407-4958-bec6-a75de855f8bf" providerId="ADAL" clId="{508B7BC2-D971-4675-A420-0CA5DFE9E697}" dt="2023-01-17T05:23:44.110" v="61" actId="26606"/>
          <pc:sldLayoutMkLst>
            <pc:docMk/>
            <pc:sldMasterMk cId="4169383289" sldId="2147483686"/>
            <pc:sldLayoutMk cId="2890735683" sldId="2147483678"/>
          </pc:sldLayoutMkLst>
        </pc:sldLayoutChg>
        <pc:sldLayoutChg chg="add del">
          <pc:chgData name="Gopal Sonune" userId="a84d000b-e407-4958-bec6-a75de855f8bf" providerId="ADAL" clId="{508B7BC2-D971-4675-A420-0CA5DFE9E697}" dt="2023-01-17T05:23:44.110" v="61" actId="26606"/>
          <pc:sldLayoutMkLst>
            <pc:docMk/>
            <pc:sldMasterMk cId="4169383289" sldId="2147483686"/>
            <pc:sldLayoutMk cId="3777267566" sldId="2147483679"/>
          </pc:sldLayoutMkLst>
        </pc:sldLayoutChg>
        <pc:sldLayoutChg chg="add del">
          <pc:chgData name="Gopal Sonune" userId="a84d000b-e407-4958-bec6-a75de855f8bf" providerId="ADAL" clId="{508B7BC2-D971-4675-A420-0CA5DFE9E697}" dt="2023-01-17T05:23:44.110" v="61" actId="26606"/>
          <pc:sldLayoutMkLst>
            <pc:docMk/>
            <pc:sldMasterMk cId="4169383289" sldId="2147483686"/>
            <pc:sldLayoutMk cId="3680943313" sldId="2147483680"/>
          </pc:sldLayoutMkLst>
        </pc:sldLayoutChg>
        <pc:sldLayoutChg chg="add del">
          <pc:chgData name="Gopal Sonune" userId="a84d000b-e407-4958-bec6-a75de855f8bf" providerId="ADAL" clId="{508B7BC2-D971-4675-A420-0CA5DFE9E697}" dt="2023-01-17T05:23:44.110" v="61" actId="26606"/>
          <pc:sldLayoutMkLst>
            <pc:docMk/>
            <pc:sldMasterMk cId="4169383289" sldId="2147483686"/>
            <pc:sldLayoutMk cId="3233504596" sldId="2147483681"/>
          </pc:sldLayoutMkLst>
        </pc:sldLayoutChg>
        <pc:sldLayoutChg chg="add del">
          <pc:chgData name="Gopal Sonune" userId="a84d000b-e407-4958-bec6-a75de855f8bf" providerId="ADAL" clId="{508B7BC2-D971-4675-A420-0CA5DFE9E697}" dt="2023-01-17T05:23:44.110" v="61" actId="26606"/>
          <pc:sldLayoutMkLst>
            <pc:docMk/>
            <pc:sldMasterMk cId="4169383289" sldId="2147483686"/>
            <pc:sldLayoutMk cId="933087836" sldId="2147483682"/>
          </pc:sldLayoutMkLst>
        </pc:sldLayoutChg>
        <pc:sldLayoutChg chg="add del">
          <pc:chgData name="Gopal Sonune" userId="a84d000b-e407-4958-bec6-a75de855f8bf" providerId="ADAL" clId="{508B7BC2-D971-4675-A420-0CA5DFE9E697}" dt="2023-01-17T05:23:44.110" v="61" actId="26606"/>
          <pc:sldLayoutMkLst>
            <pc:docMk/>
            <pc:sldMasterMk cId="4169383289" sldId="2147483686"/>
            <pc:sldLayoutMk cId="991987335" sldId="2147483683"/>
          </pc:sldLayoutMkLst>
        </pc:sldLayoutChg>
        <pc:sldLayoutChg chg="add del">
          <pc:chgData name="Gopal Sonune" userId="a84d000b-e407-4958-bec6-a75de855f8bf" providerId="ADAL" clId="{508B7BC2-D971-4675-A420-0CA5DFE9E697}" dt="2023-01-17T05:23:44.110" v="61" actId="26606"/>
          <pc:sldLayoutMkLst>
            <pc:docMk/>
            <pc:sldMasterMk cId="4169383289" sldId="2147483686"/>
            <pc:sldLayoutMk cId="543952896" sldId="2147483684"/>
          </pc:sldLayoutMkLst>
        </pc:sldLayoutChg>
        <pc:sldLayoutChg chg="add del">
          <pc:chgData name="Gopal Sonune" userId="a84d000b-e407-4958-bec6-a75de855f8bf" providerId="ADAL" clId="{508B7BC2-D971-4675-A420-0CA5DFE9E697}" dt="2023-01-17T05:23:44.110" v="61" actId="26606"/>
          <pc:sldLayoutMkLst>
            <pc:docMk/>
            <pc:sldMasterMk cId="4169383289" sldId="2147483686"/>
            <pc:sldLayoutMk cId="159323897" sldId="2147483685"/>
          </pc:sldLayoutMkLst>
        </pc:sldLayoutChg>
      </pc:sldMasterChg>
      <pc:sldMasterChg chg="add del addSldLayout delSldLayout">
        <pc:chgData name="Gopal Sonune" userId="a84d000b-e407-4958-bec6-a75de855f8bf" providerId="ADAL" clId="{508B7BC2-D971-4675-A420-0CA5DFE9E697}" dt="2023-01-17T05:24:45.808" v="68" actId="26606"/>
        <pc:sldMasterMkLst>
          <pc:docMk/>
          <pc:sldMasterMk cId="2336392307" sldId="2147483725"/>
        </pc:sldMasterMkLst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2336392307" sldId="2147483725"/>
            <pc:sldLayoutMk cId="2388948362" sldId="2147483714"/>
          </pc:sldLayoutMkLst>
        </pc:sldLayoutChg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2336392307" sldId="2147483725"/>
            <pc:sldLayoutMk cId="1101484514" sldId="2147483715"/>
          </pc:sldLayoutMkLst>
        </pc:sldLayoutChg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2336392307" sldId="2147483725"/>
            <pc:sldLayoutMk cId="1918061785" sldId="2147483716"/>
          </pc:sldLayoutMkLst>
        </pc:sldLayoutChg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2336392307" sldId="2147483725"/>
            <pc:sldLayoutMk cId="620869389" sldId="2147483717"/>
          </pc:sldLayoutMkLst>
        </pc:sldLayoutChg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2336392307" sldId="2147483725"/>
            <pc:sldLayoutMk cId="262662643" sldId="2147483718"/>
          </pc:sldLayoutMkLst>
        </pc:sldLayoutChg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2336392307" sldId="2147483725"/>
            <pc:sldLayoutMk cId="3809686800" sldId="2147483719"/>
          </pc:sldLayoutMkLst>
        </pc:sldLayoutChg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2336392307" sldId="2147483725"/>
            <pc:sldLayoutMk cId="3785825703" sldId="2147483720"/>
          </pc:sldLayoutMkLst>
        </pc:sldLayoutChg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2336392307" sldId="2147483725"/>
            <pc:sldLayoutMk cId="2909659873" sldId="2147483721"/>
          </pc:sldLayoutMkLst>
        </pc:sldLayoutChg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2336392307" sldId="2147483725"/>
            <pc:sldLayoutMk cId="3871617414" sldId="2147483722"/>
          </pc:sldLayoutMkLst>
        </pc:sldLayoutChg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2336392307" sldId="2147483725"/>
            <pc:sldLayoutMk cId="2735248914" sldId="2147483723"/>
          </pc:sldLayoutMkLst>
        </pc:sldLayoutChg>
        <pc:sldLayoutChg chg="add del">
          <pc:chgData name="Gopal Sonune" userId="a84d000b-e407-4958-bec6-a75de855f8bf" providerId="ADAL" clId="{508B7BC2-D971-4675-A420-0CA5DFE9E697}" dt="2023-01-17T05:24:45.808" v="68" actId="26606"/>
          <pc:sldLayoutMkLst>
            <pc:docMk/>
            <pc:sldMasterMk cId="2336392307" sldId="2147483725"/>
            <pc:sldLayoutMk cId="2431477981" sldId="2147483724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4BA9-86B9-ECAD-BB12-416395F68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0CC0A3-2274-70FD-3D4E-437C2C90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B964C-A72E-FC58-485A-0B7879F17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E65C4-30DF-4D16-94A1-67AAC8F8E94B}" type="datetimeFigureOut">
              <a:rPr lang="en-IN" smtClean="0"/>
              <a:t>28-01-2023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4583F-964D-678F-5947-A271D9DF3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E1344-0A4B-9A65-48ED-E3EDF100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05EC-FA26-4C9C-9E04-6344F6873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19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DCF5E-9844-8364-16DC-167E1FD50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6C0E9-D696-8C68-C602-A07CF21CA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CCDB1-0C27-C652-F41A-29873CFCE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E65C4-30DF-4D16-94A1-67AAC8F8E94B}" type="datetimeFigureOut">
              <a:rPr lang="en-IN" smtClean="0"/>
              <a:t>28-01-2023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78B77-6A56-2DBA-0E53-ECC38AC04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F0CD1-C999-D09E-D554-D648D6885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05EC-FA26-4C9C-9E04-6344F6873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316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91A16-E131-9DFF-C3EB-F9246756C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A82C8-1CEC-C608-305A-99EEC8E0F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F8EF4-0A92-2212-E84A-67A8C0EA1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E65C4-30DF-4D16-94A1-67AAC8F8E94B}" type="datetimeFigureOut">
              <a:rPr lang="en-IN" smtClean="0"/>
              <a:t>28-01-2023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88269-62A7-32FB-412E-3FD7BA488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648CE-F9AE-CA75-2CB8-BAD1677B8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05EC-FA26-4C9C-9E04-6344F6873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692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8986-7DF0-3698-F677-2450E129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70C39-38D7-87C6-FB4D-C0D960363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FDA76-31EA-519C-3ED6-89A92371C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0A063-D98A-2CB1-1B88-9D702A33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E65C4-30DF-4D16-94A1-67AAC8F8E94B}" type="datetimeFigureOut">
              <a:rPr lang="en-IN" smtClean="0"/>
              <a:t>28-01-2023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2FC9D-89F5-2444-8D96-AEEA609EF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56A04-80BE-6369-4028-7D0E646EE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05EC-FA26-4C9C-9E04-6344F6873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448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ABA96-2264-9F14-027C-7E92B6D42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5F15B-55FE-6456-355A-7F342A4FE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2D359-1D1F-33BC-7C6B-7FDCD3498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653A20-9084-3118-357B-276EE610F9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6010D1-EE3F-85F0-9701-2563E4CE28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0F6292-74BD-2E25-4815-BDF109D2A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E65C4-30DF-4D16-94A1-67AAC8F8E94B}" type="datetimeFigureOut">
              <a:rPr lang="en-IN" smtClean="0"/>
              <a:t>28-01-2023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15CA20-FF69-9677-0E55-0F917F241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EE73F-885E-9E64-185D-1B4AFDDF9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05EC-FA26-4C9C-9E04-6344F6873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247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1C0E6-B07E-9E8D-EE4E-4F048C7B1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4DEDA7-8689-F7D1-1EA8-04D131DD4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E65C4-30DF-4D16-94A1-67AAC8F8E94B}" type="datetimeFigureOut">
              <a:rPr lang="en-IN" smtClean="0"/>
              <a:t>28-01-2023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5D821-9C33-3BB9-363C-E76271601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8C9B47-351F-0AE1-2597-0307C3BB3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05EC-FA26-4C9C-9E04-6344F6873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01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E1B21A-5383-AA84-9ECA-237AFA8D2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E65C4-30DF-4D16-94A1-67AAC8F8E94B}" type="datetimeFigureOut">
              <a:rPr lang="en-IN" smtClean="0"/>
              <a:t>28-01-2023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29A957-FE91-FEED-D62C-A9B8FABA6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B39FF-DB4B-AA39-1C4B-FB41F3376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05EC-FA26-4C9C-9E04-6344F6873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67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49900-2F8C-3A74-5EF5-1823044F0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9D9C9-D0D3-49B0-0D11-FD41514E7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DFC709-9EAD-E838-DF9D-28CC2997D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319B5-E786-39BD-572D-6EAE1A4F0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E65C4-30DF-4D16-94A1-67AAC8F8E94B}" type="datetimeFigureOut">
              <a:rPr lang="en-IN" smtClean="0"/>
              <a:t>28-01-2023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225E9-1957-289A-83CB-48C89B586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3F275-8C40-CE2F-8C05-E17D2B3EC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05EC-FA26-4C9C-9E04-6344F6873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735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EF6AA-E7A6-24FE-004A-9765CA1A1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D590E6-E9C4-D1F5-A056-EFB510B39D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AA1D-B260-7C83-9CA4-24FC510AD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2C90C-CEC1-E3E2-713A-AC1EB0978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E65C4-30DF-4D16-94A1-67AAC8F8E94B}" type="datetimeFigureOut">
              <a:rPr lang="en-IN" smtClean="0"/>
              <a:t>28-01-2023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E805B-E8F2-BE8A-C04D-743851D2B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D88AB-2B19-592C-BB83-2577D3F38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05EC-FA26-4C9C-9E04-6344F6873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734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A1113-3020-D612-80C4-D104EE9DE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B2BFEA-422D-432A-A7F2-EA5748632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81595-4CD1-EF0C-AB87-2D2899B7A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E65C4-30DF-4D16-94A1-67AAC8F8E94B}" type="datetimeFigureOut">
              <a:rPr lang="en-IN" smtClean="0"/>
              <a:t>28-01-2023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399F7-9BC6-E57C-4758-4D3B49A03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58161-FBCC-7B72-32AF-C8D3F0D0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05EC-FA26-4C9C-9E04-6344F6873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854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400F8B-72CC-195B-203F-C9E47B310A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30A751-B913-E5DF-7756-07BC6B5C1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9B3CA-AC15-6FB5-1E2C-9BBD2FF30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E65C4-30DF-4D16-94A1-67AAC8F8E94B}" type="datetimeFigureOut">
              <a:rPr lang="en-IN" smtClean="0"/>
              <a:t>28-01-2023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1DE54-AB88-88C5-A986-470C9F405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8C7B9-A2E2-E5BA-246F-EF9B857B7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B05EC-FA26-4C9C-9E04-6344F6873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008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BC3EF8-04DF-B6AE-B300-C4DB243F8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D6F89-EB08-E368-2EA7-165BEA035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7F0AA-CCA4-BA72-5F76-F43367AEC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AE65C4-30DF-4D16-94A1-67AAC8F8E94B}" type="datetimeFigureOut">
              <a:rPr lang="en-IN" smtClean="0"/>
              <a:t>28-01-2023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DB4F9-090F-1636-7E4B-50A7FE633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D8AF8-DE70-5CD0-BA16-9365B5245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B05EC-FA26-4C9C-9E04-6344F6873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EE2AE-5DB9-EE0E-2E2D-CEB474008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002060"/>
                </a:solidFill>
              </a:rPr>
              <a:t>SY Computer</a:t>
            </a:r>
          </a:p>
          <a:p>
            <a:r>
              <a:rPr lang="en-IN" sz="2000" dirty="0">
                <a:solidFill>
                  <a:srgbClr val="002060"/>
                </a:solidFill>
              </a:rPr>
              <a:t>Even 2022-23</a:t>
            </a:r>
          </a:p>
          <a:p>
            <a:endParaRPr lang="en-IN" sz="2000" dirty="0">
              <a:solidFill>
                <a:srgbClr val="080808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D8137A-8D8E-B4A9-A69F-558CE906F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en-IN" sz="4400" dirty="0">
                <a:solidFill>
                  <a:srgbClr val="080808"/>
                </a:solidFill>
              </a:rPr>
              <a:t>Analysis of Algorithms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356789-FD5A-72A5-EFDC-D3DDFC24F1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34E71-2252-665C-4540-A560602A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CE49C-BD9C-5FA9-569F-7B91E41F4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20825"/>
            <a:ext cx="9839632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/>
              <a:t>Algorithm: </a:t>
            </a:r>
          </a:p>
          <a:p>
            <a:pPr marL="0" indent="0">
              <a:buNone/>
            </a:pPr>
            <a:r>
              <a:rPr lang="en-US" sz="2600" dirty="0"/>
              <a:t>An Algorithm is a finite sequence of instructions, each of which has a clear meaning and can be performed with a finite amount of effort in a finite length of time. 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</a:rPr>
              <a:t>**We represent algorithm using a pseudo language that is a combination of the constructs of a programming language together with informal English statements.</a:t>
            </a:r>
          </a:p>
        </p:txBody>
      </p:sp>
    </p:spTree>
    <p:extLst>
      <p:ext uri="{BB962C8B-B14F-4D97-AF65-F5344CB8AC3E}">
        <p14:creationId xmlns:p14="http://schemas.microsoft.com/office/powerpoint/2010/main" val="1159099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35E40-56B8-995E-6C25-0E4163508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091381"/>
            <a:ext cx="10407991" cy="5085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Every algorithm must satisfy the following criteria: 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Input:</a:t>
            </a:r>
            <a:r>
              <a:rPr lang="en-US" sz="2400" dirty="0"/>
              <a:t> there are zero or more quantities, which are externally supplied; </a:t>
            </a:r>
          </a:p>
          <a:p>
            <a:r>
              <a:rPr lang="en-US" sz="2400" b="1" dirty="0"/>
              <a:t>Output:</a:t>
            </a:r>
            <a:r>
              <a:rPr lang="en-US" sz="2400" dirty="0"/>
              <a:t> at least one quantity is produced </a:t>
            </a:r>
          </a:p>
          <a:p>
            <a:r>
              <a:rPr lang="en-US" sz="2400" b="1" dirty="0"/>
              <a:t>Definiteness:</a:t>
            </a:r>
            <a:r>
              <a:rPr lang="en-US" sz="2400" dirty="0"/>
              <a:t> each instruction must be clear and unambiguous; </a:t>
            </a:r>
          </a:p>
          <a:p>
            <a:r>
              <a:rPr lang="en-US" sz="2400" b="1" dirty="0"/>
              <a:t>Finiteness:</a:t>
            </a:r>
            <a:r>
              <a:rPr lang="en-US" sz="2400" dirty="0"/>
              <a:t> if we trace out the instructions of an algorithm, then for all cases the algorithm will terminate after a finite number of steps;</a:t>
            </a:r>
          </a:p>
          <a:p>
            <a:r>
              <a:rPr lang="en-US" sz="2400" b="1" dirty="0"/>
              <a:t>Effectiveness:</a:t>
            </a:r>
            <a:r>
              <a:rPr lang="en-US" sz="2400" dirty="0"/>
              <a:t> every instruction must be sufficiently basic that it can in principle be carried out by a person using only pencil and paper. It is not enough that each operation be definite, but it must also be feasible. </a:t>
            </a:r>
            <a:endParaRPr lang="en-IN" sz="2400" dirty="0"/>
          </a:p>
          <a:p>
            <a:pPr marL="0" indent="0">
              <a:buNone/>
            </a:pPr>
            <a:endParaRPr lang="en-IN" sz="2000" dirty="0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39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D6A454-6921-5945-98C0-3FF0F63B4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99" y="292237"/>
            <a:ext cx="10905066" cy="1135737"/>
          </a:xfrm>
        </p:spPr>
        <p:txBody>
          <a:bodyPr>
            <a:normAutofit/>
          </a:bodyPr>
          <a:lstStyle/>
          <a:p>
            <a:r>
              <a:rPr lang="en-IN" sz="3600" dirty="0"/>
              <a:t>Performance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05122-A229-44AE-CC91-02D158EF9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782981"/>
            <a:ext cx="10575139" cy="4393982"/>
          </a:xfrm>
        </p:spPr>
        <p:txBody>
          <a:bodyPr>
            <a:normAutofit/>
          </a:bodyPr>
          <a:lstStyle/>
          <a:p>
            <a:r>
              <a:rPr lang="en-US" sz="2400" dirty="0"/>
              <a:t>The performance of a program is the amount of computer memory and time needed to run a program.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Time Complexity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Space Complexity</a:t>
            </a:r>
          </a:p>
          <a:p>
            <a:pPr marL="514350" indent="-514350">
              <a:buFont typeface="+mj-lt"/>
              <a:buAutoNum type="arabicPeriod"/>
            </a:pPr>
            <a:endParaRPr lang="en-IN" sz="2400" dirty="0"/>
          </a:p>
          <a:p>
            <a:r>
              <a:rPr lang="en-US" sz="2400" dirty="0"/>
              <a:t>How to compare Algorithms?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Execution time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Number of statements executed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Running time Analysis</a:t>
            </a:r>
            <a:endParaRPr lang="en-IN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35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D6A454-6921-5945-98C0-3FF0F63B4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IN" sz="3600" dirty="0"/>
              <a:t>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05122-A229-44AE-CC91-02D158EF9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577515"/>
            <a:ext cx="10348998" cy="4393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time needed by an algorithm expressed as a function of the size of a problem is called the time complexity of the algorithm. </a:t>
            </a:r>
          </a:p>
          <a:p>
            <a:pPr marL="0" indent="0">
              <a:buNone/>
            </a:pPr>
            <a:r>
              <a:rPr lang="en-US" dirty="0"/>
              <a:t>The time complexity of a program is the amount of computer time it needs to run to completion. </a:t>
            </a:r>
          </a:p>
          <a:p>
            <a:pPr marL="0" indent="0">
              <a:buNone/>
            </a:pPr>
            <a:r>
              <a:rPr lang="en-US" dirty="0"/>
              <a:t>Time Complexity is mainly of 3 Types: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Best Case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Worst Case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Average Case</a:t>
            </a:r>
            <a:endParaRPr lang="en-IN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698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D6A454-6921-5945-98C0-3FF0F63B4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IN" sz="3600" dirty="0"/>
              <a:t>Space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05122-A229-44AE-CC91-02D158EF9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345815"/>
            <a:ext cx="10646094" cy="4969038"/>
          </a:xfrm>
        </p:spPr>
        <p:txBody>
          <a:bodyPr>
            <a:normAutofit fontScale="92500"/>
          </a:bodyPr>
          <a:lstStyle/>
          <a:p>
            <a:r>
              <a:rPr lang="en-US" dirty="0"/>
              <a:t>The space complexity of a program is the amount of memory it needs to run to completion. The space need by a program has the following components: </a:t>
            </a:r>
          </a:p>
          <a:p>
            <a:r>
              <a:rPr lang="en-IN" sz="2800" u="sng" dirty="0"/>
              <a:t>Instruction space</a:t>
            </a:r>
            <a:r>
              <a:rPr lang="en-IN" sz="2800" dirty="0"/>
              <a:t>: </a:t>
            </a:r>
            <a:r>
              <a:rPr lang="en-US" dirty="0"/>
              <a:t>Instruction space is the space needed to store the compiled version of the program instructions.</a:t>
            </a:r>
            <a:endParaRPr lang="en-US" sz="2800" dirty="0"/>
          </a:p>
          <a:p>
            <a:r>
              <a:rPr lang="en-IN" sz="2800" u="sng" dirty="0"/>
              <a:t>Data space</a:t>
            </a:r>
            <a:r>
              <a:rPr lang="en-IN" sz="2800" dirty="0"/>
              <a:t>: </a:t>
            </a:r>
            <a:r>
              <a:rPr lang="en-US" dirty="0"/>
              <a:t>Data space is the space needed to store all constant and variable values.</a:t>
            </a:r>
          </a:p>
          <a:p>
            <a:r>
              <a:rPr lang="en-IN" sz="2800" u="sng" dirty="0"/>
              <a:t>Environment stack space</a:t>
            </a:r>
            <a:r>
              <a:rPr lang="en-IN" sz="2800" dirty="0"/>
              <a:t>: </a:t>
            </a:r>
            <a:r>
              <a:rPr lang="en-US" sz="2800" dirty="0"/>
              <a:t>used to save information needed to resume execution of partially completed functions.</a:t>
            </a:r>
          </a:p>
          <a:p>
            <a:r>
              <a:rPr lang="en-US" sz="2800" dirty="0"/>
              <a:t>The space requirement S(</a:t>
            </a:r>
            <a:r>
              <a:rPr lang="en-US" dirty="0"/>
              <a:t>P</a:t>
            </a:r>
            <a:r>
              <a:rPr lang="en-US" sz="2800" dirty="0"/>
              <a:t>) of any algorithm P may therefore be written as,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800" dirty="0"/>
              <a:t>S(P) = c+ </a:t>
            </a:r>
            <a:r>
              <a:rPr lang="en-US" sz="2800" dirty="0" err="1"/>
              <a:t>S</a:t>
            </a:r>
            <a:r>
              <a:rPr lang="en-US" sz="2800" baseline="-25000" dirty="0" err="1"/>
              <a:t>p</a:t>
            </a:r>
            <a:r>
              <a:rPr lang="en-US" sz="2800" dirty="0"/>
              <a:t>(Instance characteristics) </a:t>
            </a:r>
          </a:p>
          <a:p>
            <a:pPr marL="0" indent="0">
              <a:buNone/>
            </a:pPr>
            <a:r>
              <a:rPr lang="en-US" dirty="0"/>
              <a:t>       w</a:t>
            </a:r>
            <a:r>
              <a:rPr lang="en-US" sz="2800" dirty="0"/>
              <a:t>here </a:t>
            </a:r>
            <a:r>
              <a:rPr lang="en-US" dirty="0"/>
              <a:t>“</a:t>
            </a:r>
            <a:r>
              <a:rPr lang="en-US" sz="2800" dirty="0"/>
              <a:t>c” is a constant.</a:t>
            </a:r>
            <a:endParaRPr lang="en-IN" sz="4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837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D6A454-6921-5945-98C0-3FF0F63B4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IN" sz="3600" dirty="0"/>
              <a:t>Complexity of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05122-A229-44AE-CC91-02D158EF9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848863"/>
            <a:ext cx="10646094" cy="4465989"/>
          </a:xfrm>
        </p:spPr>
        <p:txBody>
          <a:bodyPr>
            <a:normAutofit/>
          </a:bodyPr>
          <a:lstStyle/>
          <a:p>
            <a:r>
              <a:rPr lang="en-US" sz="2800" dirty="0"/>
              <a:t>The complexity of an algorithm M is the function f(n) which gives the running time and/or storage space requirement of the algorithm in terms of the size </a:t>
            </a:r>
            <a:r>
              <a:rPr lang="en-US" dirty="0"/>
              <a:t>“</a:t>
            </a:r>
            <a:r>
              <a:rPr lang="en-US" sz="2800" dirty="0"/>
              <a:t>n” of the input data. </a:t>
            </a:r>
          </a:p>
          <a:p>
            <a:endParaRPr lang="en-US" dirty="0"/>
          </a:p>
          <a:p>
            <a:r>
              <a:rPr lang="en-US" sz="2800" dirty="0"/>
              <a:t>Approaches to calculate Time/Space Complexity: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Frequency count/Step count Method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Asymptotic Notations – (Order of)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sz="4000" dirty="0"/>
              <a:t>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10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D6A454-6921-5945-98C0-3FF0F63B4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 dirty="0"/>
              <a:t>Frequency count/Step count Method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05122-A229-44AE-CC91-02D158EF9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265273"/>
            <a:ext cx="10646094" cy="512471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u="sng" dirty="0"/>
              <a:t>Rules:</a:t>
            </a:r>
          </a:p>
          <a:p>
            <a:pPr marL="742950" indent="-742950">
              <a:buAutoNum type="arabicPeriod"/>
            </a:pPr>
            <a:r>
              <a:rPr lang="en-IN" dirty="0"/>
              <a:t>For comments, declaration</a:t>
            </a:r>
          </a:p>
          <a:p>
            <a:pPr marL="457200" lvl="1" indent="0">
              <a:buNone/>
            </a:pPr>
            <a:r>
              <a:rPr lang="en-IN" sz="2800" dirty="0"/>
              <a:t>	count = 0</a:t>
            </a:r>
          </a:p>
          <a:p>
            <a:pPr marL="514350" indent="-514350">
              <a:buAutoNum type="arabicPeriod" startAt="2"/>
            </a:pPr>
            <a:r>
              <a:rPr lang="en-IN" dirty="0"/>
              <a:t>return and assignment statement</a:t>
            </a:r>
          </a:p>
          <a:p>
            <a:pPr marL="457200" lvl="1" indent="0">
              <a:buNone/>
            </a:pPr>
            <a:r>
              <a:rPr lang="en-IN" dirty="0"/>
              <a:t>	</a:t>
            </a:r>
            <a:r>
              <a:rPr lang="en-IN" sz="2800" dirty="0"/>
              <a:t>count = 1</a:t>
            </a:r>
          </a:p>
          <a:p>
            <a:pPr marL="514350" indent="-514350">
              <a:buAutoNum type="arabicPeriod" startAt="2"/>
            </a:pPr>
            <a:r>
              <a:rPr lang="en-IN" dirty="0"/>
              <a:t>Ignore lower order exponents when higher order exponents are present</a:t>
            </a:r>
          </a:p>
          <a:p>
            <a:pPr marL="0" indent="0">
              <a:buNone/>
            </a:pPr>
            <a:r>
              <a:rPr lang="en-IN" dirty="0"/>
              <a:t>	Ex. Complexity of following algo is as follows:</a:t>
            </a:r>
          </a:p>
          <a:p>
            <a:pPr marL="0" indent="0">
              <a:buNone/>
            </a:pPr>
            <a:r>
              <a:rPr lang="en-IN" dirty="0"/>
              <a:t>		f(n) = 6n</a:t>
            </a:r>
            <a:r>
              <a:rPr lang="en-IN" baseline="30000" dirty="0"/>
              <a:t>3</a:t>
            </a:r>
            <a:r>
              <a:rPr lang="en-IN" dirty="0"/>
              <a:t> + 10n</a:t>
            </a:r>
            <a:r>
              <a:rPr lang="en-IN" baseline="30000" dirty="0"/>
              <a:t>2</a:t>
            </a:r>
            <a:r>
              <a:rPr lang="en-IN" dirty="0"/>
              <a:t> + 15n + 3 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⟹ </a:t>
            </a:r>
            <a:r>
              <a:rPr lang="en-IN" dirty="0"/>
              <a:t>6n</a:t>
            </a:r>
            <a:r>
              <a:rPr lang="en-IN" baseline="30000" dirty="0"/>
              <a:t>3</a:t>
            </a:r>
            <a:endParaRPr lang="en-IN" dirty="0"/>
          </a:p>
          <a:p>
            <a:pPr marL="514350" indent="-514350">
              <a:buFont typeface="+mj-lt"/>
              <a:buAutoNum type="arabicPeriod" startAt="4"/>
            </a:pPr>
            <a:r>
              <a:rPr lang="en-IN" dirty="0"/>
              <a:t>Ignore constant multipliers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dirty="0"/>
              <a:t>6n</a:t>
            </a:r>
            <a:r>
              <a:rPr lang="en-IN" baseline="30000" dirty="0"/>
              <a:t>3 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</a:rPr>
              <a:t>⟹ </a:t>
            </a:r>
            <a:r>
              <a:rPr lang="en-IN" dirty="0"/>
              <a:t>n</a:t>
            </a:r>
            <a:r>
              <a:rPr lang="en-IN" baseline="30000" dirty="0"/>
              <a:t>3</a:t>
            </a:r>
          </a:p>
          <a:p>
            <a:pPr marL="0" indent="0">
              <a:buNone/>
            </a:pPr>
            <a:r>
              <a:rPr lang="en-IN" baseline="30000" dirty="0"/>
              <a:t>	</a:t>
            </a:r>
            <a:r>
              <a:rPr lang="en-IN" dirty="0"/>
              <a:t>f(n) = O(n</a:t>
            </a:r>
            <a:r>
              <a:rPr lang="en-IN" baseline="30000" dirty="0"/>
              <a:t>3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91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D396-FFBA-8FAD-965E-C6EF290F0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246806" cy="529610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Example 1</a:t>
            </a:r>
            <a:r>
              <a:rPr lang="en-IN" dirty="0"/>
              <a:t>:</a:t>
            </a:r>
            <a:r>
              <a:rPr lang="en-IN" sz="2700" dirty="0"/>
              <a:t>sum of n values of an array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61D63-D968-DDC5-9063-C4202D31F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059"/>
            <a:ext cx="4677697" cy="31463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>
              <a:latin typeface="Consolas" panose="020B0609020204030204" pitchFamily="49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E6AC201-8444-6CA0-5016-CF20BC0D1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991545"/>
              </p:ext>
            </p:extLst>
          </p:nvPr>
        </p:nvGraphicFramePr>
        <p:xfrm>
          <a:off x="5515897" y="983227"/>
          <a:ext cx="2399071" cy="38811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399071">
                  <a:extLst>
                    <a:ext uri="{9D8B030D-6E8A-4147-A177-3AD203B41FA5}">
                      <a16:colId xmlns:a16="http://schemas.microsoft.com/office/drawing/2014/main" val="556780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Time 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81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866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ym typeface="Wingdings" panose="05000000000000000000" pitchFamily="2" charset="2"/>
                        </a:rPr>
                        <a:t> 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99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ym typeface="Wingdings" panose="05000000000000000000" pitchFamily="2" charset="2"/>
                        </a:rPr>
                        <a:t> n+1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8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19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ym typeface="Wingdings" panose="05000000000000000000" pitchFamily="2" charset="2"/>
                        </a:rPr>
                        <a:t> 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76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076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à"/>
                      </a:pPr>
                      <a:r>
                        <a:rPr lang="en-IN" dirty="0">
                          <a:sym typeface="Wingdings" panose="05000000000000000000" pitchFamily="2" charset="2"/>
                        </a:rPr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737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è"/>
                      </a:pPr>
                      <a:r>
                        <a:rPr lang="en-IN" dirty="0">
                          <a:sym typeface="Wingdings" panose="05000000000000000000" pitchFamily="2" charset="2"/>
                        </a:rPr>
                        <a:t>2n+3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è"/>
                      </a:pPr>
                      <a:endParaRPr lang="en-IN" dirty="0">
                        <a:sym typeface="Wingdings" panose="05000000000000000000" pitchFamily="2" charset="2"/>
                      </a:endParaRP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dirty="0">
                          <a:highlight>
                            <a:srgbClr val="FFFF00"/>
                          </a:highlight>
                          <a:sym typeface="Wingdings" panose="05000000000000000000" pitchFamily="2" charset="2"/>
                        </a:rPr>
                        <a:t>f(n) = 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22837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E424EB-84BB-D03B-E533-1EF4EBA57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065345"/>
              </p:ext>
            </p:extLst>
          </p:nvPr>
        </p:nvGraphicFramePr>
        <p:xfrm>
          <a:off x="8391833" y="993059"/>
          <a:ext cx="2399071" cy="3962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399071">
                  <a:extLst>
                    <a:ext uri="{9D8B030D-6E8A-4147-A177-3AD203B41FA5}">
                      <a16:colId xmlns:a16="http://schemas.microsoft.com/office/drawing/2014/main" val="556780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Space 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81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866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a[] = n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99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n= 1 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8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s= 1 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19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i= 1 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76096"/>
                  </a:ext>
                </a:extLst>
              </a:tr>
              <a:tr h="111252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n+3</a:t>
                      </a:r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dirty="0">
                          <a:highlight>
                            <a:srgbClr val="FFFF00"/>
                          </a:highlight>
                        </a:rPr>
                        <a:t>Space complexity = 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076043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56A561F-F630-A2C8-EAEA-F7922C538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688676"/>
              </p:ext>
            </p:extLst>
          </p:nvPr>
        </p:nvGraphicFramePr>
        <p:xfrm>
          <a:off x="924232" y="1358762"/>
          <a:ext cx="41148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455126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800" dirty="0">
                          <a:latin typeface="Consolas" panose="020B0609020204030204" pitchFamily="49" charset="0"/>
                        </a:rPr>
                        <a:t>Algorithm sum (int a[], int n	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852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Consolas" panose="020B0609020204030204" pitchFamily="49" charset="0"/>
                        </a:rPr>
                        <a:t>  s = 0;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927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Consolas" panose="020B0609020204030204" pitchFamily="49" charset="0"/>
                        </a:rPr>
                        <a:t>  for(</a:t>
                      </a:r>
                      <a:r>
                        <a:rPr lang="en-IN" sz="18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IN" sz="1800" dirty="0">
                          <a:latin typeface="Consolas" panose="020B0609020204030204" pitchFamily="49" charset="0"/>
                        </a:rPr>
                        <a:t>=0; </a:t>
                      </a:r>
                      <a:r>
                        <a:rPr lang="en-IN" sz="18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IN" sz="1800" dirty="0">
                          <a:latin typeface="Consolas" panose="020B0609020204030204" pitchFamily="49" charset="0"/>
                        </a:rPr>
                        <a:t>&lt;n; </a:t>
                      </a:r>
                      <a:r>
                        <a:rPr lang="en-IN" sz="18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IN" sz="1800" dirty="0">
                          <a:latin typeface="Consolas" panose="020B0609020204030204" pitchFamily="49" charset="0"/>
                        </a:rPr>
                        <a:t>++)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452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Consolas" panose="020B0609020204030204" pitchFamily="49" charset="0"/>
                        </a:rPr>
                        <a:t>  {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030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Consolas" panose="020B0609020204030204" pitchFamily="49" charset="0"/>
                        </a:rPr>
                        <a:t>    s=s + a[</a:t>
                      </a:r>
                      <a:r>
                        <a:rPr lang="en-IN" sz="18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IN" sz="1800" dirty="0">
                          <a:latin typeface="Consolas" panose="020B0609020204030204" pitchFamily="49" charset="0"/>
                        </a:rPr>
                        <a:t>];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760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Consolas" panose="020B0609020204030204" pitchFamily="49" charset="0"/>
                        </a:rPr>
                        <a:t>  }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959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Consolas" panose="020B0609020204030204" pitchFamily="49" charset="0"/>
                        </a:rPr>
                        <a:t>  return s;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353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905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D396-FFBA-8FAD-965E-C6EF290F0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183761" cy="529610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Example 2</a:t>
            </a:r>
            <a:r>
              <a:rPr lang="en-IN" dirty="0"/>
              <a:t>:</a:t>
            </a:r>
            <a:r>
              <a:rPr lang="en-IN" sz="2700" dirty="0"/>
              <a:t>Addition of two square Matrices of dimension </a:t>
            </a:r>
            <a:r>
              <a:rPr lang="en-IN" sz="27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n×n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61D63-D968-DDC5-9063-C4202D31F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059"/>
            <a:ext cx="4677697" cy="31463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>
              <a:latin typeface="Consolas" panose="020B0609020204030204" pitchFamily="49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E6AC201-8444-6CA0-5016-CF20BC0D1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513884"/>
              </p:ext>
            </p:extLst>
          </p:nvPr>
        </p:nvGraphicFramePr>
        <p:xfrm>
          <a:off x="6676105" y="1267052"/>
          <a:ext cx="2399071" cy="47091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399071">
                  <a:extLst>
                    <a:ext uri="{9D8B030D-6E8A-4147-A177-3AD203B41FA5}">
                      <a16:colId xmlns:a16="http://schemas.microsoft.com/office/drawing/2014/main" val="556780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Time 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81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866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99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n+1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8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×(</a:t>
                      </a:r>
                      <a:r>
                        <a:rPr lang="en-IN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n+1)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19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×</a:t>
                      </a:r>
                      <a:r>
                        <a:rPr lang="en-IN" sz="18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76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076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737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580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è"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n+1+n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+n +n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è"/>
                      </a:pPr>
                      <a:endParaRPr lang="en-IN" sz="1800" kern="1200" baseline="30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è"/>
                      </a:pPr>
                      <a:r>
                        <a:rPr lang="en-IN" sz="1800" kern="1200" baseline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 </a:t>
                      </a:r>
                      <a:r>
                        <a:rPr lang="en-IN" sz="1800" kern="1200" baseline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+ 2n +1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è"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f(n) = O(n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22837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E424EB-84BB-D03B-E533-1EF4EBA57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639823"/>
              </p:ext>
            </p:extLst>
          </p:nvPr>
        </p:nvGraphicFramePr>
        <p:xfrm>
          <a:off x="9431594" y="1267052"/>
          <a:ext cx="2399071" cy="388701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399071">
                  <a:extLst>
                    <a:ext uri="{9D8B030D-6E8A-4147-A177-3AD203B41FA5}">
                      <a16:colId xmlns:a16="http://schemas.microsoft.com/office/drawing/2014/main" val="556780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Space 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81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866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a[][] =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 </a:t>
                      </a:r>
                      <a:r>
                        <a:rPr lang="en-IN" dirty="0"/>
                        <a:t>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99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b[][] =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8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c[][] =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19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i= 1 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76096"/>
                  </a:ext>
                </a:extLst>
              </a:tr>
              <a:tr h="3818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j= 1 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076043"/>
                  </a:ext>
                </a:extLst>
              </a:tr>
              <a:tr h="3637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n= 1 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8968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 3n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 +3</a:t>
                      </a:r>
                      <a:endParaRPr lang="en-IN" sz="18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Space complexity = O(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)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526281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56A561F-F630-A2C8-EAEA-F7922C538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41112"/>
              </p:ext>
            </p:extLst>
          </p:nvPr>
        </p:nvGraphicFramePr>
        <p:xfrm>
          <a:off x="383458" y="1654442"/>
          <a:ext cx="593622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6229">
                  <a:extLst>
                    <a:ext uri="{9D8B030D-6E8A-4147-A177-3AD203B41FA5}">
                      <a16:colId xmlns:a16="http://schemas.microsoft.com/office/drawing/2014/main" val="2455126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800" dirty="0">
                          <a:latin typeface="Consolas" panose="020B0609020204030204" pitchFamily="49" charset="0"/>
                        </a:rPr>
                        <a:t>Algorithm </a:t>
                      </a:r>
                      <a:r>
                        <a:rPr lang="en-IN" sz="1800" dirty="0" err="1">
                          <a:latin typeface="Consolas" panose="020B0609020204030204" pitchFamily="49" charset="0"/>
                        </a:rPr>
                        <a:t>addMat</a:t>
                      </a:r>
                      <a:r>
                        <a:rPr lang="en-IN" sz="1800" dirty="0">
                          <a:latin typeface="Consolas" panose="020B0609020204030204" pitchFamily="49" charset="0"/>
                        </a:rPr>
                        <a:t> (int a[][], int b[][])	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852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Consolas" panose="020B0609020204030204" pitchFamily="49" charset="0"/>
                        </a:rPr>
                        <a:t>{ int c[][];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927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Consolas" panose="020B0609020204030204" pitchFamily="49" charset="0"/>
                        </a:rPr>
                        <a:t>  for(</a:t>
                      </a:r>
                      <a:r>
                        <a:rPr lang="en-IN" sz="18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IN" sz="1800" dirty="0">
                          <a:latin typeface="Consolas" panose="020B0609020204030204" pitchFamily="49" charset="0"/>
                        </a:rPr>
                        <a:t>=0; </a:t>
                      </a:r>
                      <a:r>
                        <a:rPr lang="en-IN" sz="18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IN" sz="1800" dirty="0">
                          <a:latin typeface="Consolas" panose="020B0609020204030204" pitchFamily="49" charset="0"/>
                        </a:rPr>
                        <a:t>&lt;n; </a:t>
                      </a:r>
                      <a:r>
                        <a:rPr lang="en-IN" sz="18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IN" sz="1800" dirty="0">
                          <a:latin typeface="Consolas" panose="020B0609020204030204" pitchFamily="49" charset="0"/>
                        </a:rPr>
                        <a:t>++) {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452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Consolas" panose="020B0609020204030204" pitchFamily="49" charset="0"/>
                        </a:rPr>
                        <a:t>     for(j=0; j&lt;n; </a:t>
                      </a:r>
                      <a:r>
                        <a:rPr lang="en-IN" sz="1800" dirty="0" err="1">
                          <a:latin typeface="Consolas" panose="020B0609020204030204" pitchFamily="49" charset="0"/>
                        </a:rPr>
                        <a:t>j++</a:t>
                      </a:r>
                      <a:r>
                        <a:rPr lang="en-IN" sz="1800" dirty="0">
                          <a:latin typeface="Consolas" panose="020B0609020204030204" pitchFamily="49" charset="0"/>
                        </a:rPr>
                        <a:t>) {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030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Consolas" panose="020B0609020204030204" pitchFamily="49" charset="0"/>
                        </a:rPr>
                        <a:t>      c[</a:t>
                      </a:r>
                      <a:r>
                        <a:rPr lang="en-IN" sz="18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IN" sz="1800" dirty="0">
                          <a:latin typeface="Consolas" panose="020B0609020204030204" pitchFamily="49" charset="0"/>
                        </a:rPr>
                        <a:t>][j] = a[</a:t>
                      </a:r>
                      <a:r>
                        <a:rPr lang="en-IN" sz="18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IN" sz="1800" dirty="0">
                          <a:latin typeface="Consolas" panose="020B0609020204030204" pitchFamily="49" charset="0"/>
                        </a:rPr>
                        <a:t>][j] + b[</a:t>
                      </a:r>
                      <a:r>
                        <a:rPr lang="en-IN" sz="18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IN" sz="1800" dirty="0">
                          <a:latin typeface="Consolas" panose="020B0609020204030204" pitchFamily="49" charset="0"/>
                        </a:rPr>
                        <a:t>][j]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760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Consolas" panose="020B0609020204030204" pitchFamily="49" charset="0"/>
                        </a:rPr>
                        <a:t>  }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959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   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353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338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D396-FFBA-8FAD-965E-C6EF290F0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183761" cy="529610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Example 3</a:t>
            </a:r>
            <a:r>
              <a:rPr lang="en-IN" dirty="0"/>
              <a:t>:</a:t>
            </a:r>
            <a:r>
              <a:rPr lang="en-IN" sz="2700" dirty="0"/>
              <a:t>Multiplication of two Matrices of dimension </a:t>
            </a:r>
            <a:r>
              <a:rPr lang="en-IN" sz="27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n×n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61D63-D968-DDC5-9063-C4202D31F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059"/>
            <a:ext cx="4677697" cy="31463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>
              <a:latin typeface="Consolas" panose="020B0609020204030204" pitchFamily="49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E6AC201-8444-6CA0-5016-CF20BC0D1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744898"/>
              </p:ext>
            </p:extLst>
          </p:nvPr>
        </p:nvGraphicFramePr>
        <p:xfrm>
          <a:off x="6676105" y="1267052"/>
          <a:ext cx="2399071" cy="49834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399071">
                  <a:extLst>
                    <a:ext uri="{9D8B030D-6E8A-4147-A177-3AD203B41FA5}">
                      <a16:colId xmlns:a16="http://schemas.microsoft.com/office/drawing/2014/main" val="556780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Time 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81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866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99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n+1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8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×(</a:t>
                      </a:r>
                      <a:r>
                        <a:rPr lang="en-IN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n+1)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19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×</a:t>
                      </a:r>
                      <a:r>
                        <a:rPr lang="en-IN" sz="1800" dirty="0" err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76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×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×(</a:t>
                      </a:r>
                      <a:r>
                        <a:rPr lang="en-IN" sz="18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n+1)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076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×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×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737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580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è"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n+1+n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+n +n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IN" sz="1800" kern="1200" baseline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 +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3 </a:t>
                      </a:r>
                      <a:r>
                        <a:rPr lang="en-IN" sz="1800" kern="1200" baseline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+1+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3 </a:t>
                      </a:r>
                      <a:r>
                        <a:rPr lang="en-IN" sz="1800" kern="1200" baseline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+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è"/>
                      </a:pPr>
                      <a:endParaRPr lang="en-IN" sz="1800" kern="1200" baseline="30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è"/>
                      </a:pPr>
                      <a:r>
                        <a:rPr lang="en-IN" sz="1800" kern="1200" baseline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3 </a:t>
                      </a:r>
                      <a:r>
                        <a:rPr lang="en-IN" sz="1800" kern="1200" baseline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+3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 </a:t>
                      </a:r>
                      <a:r>
                        <a:rPr lang="en-IN" sz="1800" kern="1200" baseline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+ 2n +1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f(n) = O(n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3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22837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E424EB-84BB-D03B-E533-1EF4EBA57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664315"/>
              </p:ext>
            </p:extLst>
          </p:nvPr>
        </p:nvGraphicFramePr>
        <p:xfrm>
          <a:off x="9431594" y="1267052"/>
          <a:ext cx="2399071" cy="426883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399071">
                  <a:extLst>
                    <a:ext uri="{9D8B030D-6E8A-4147-A177-3AD203B41FA5}">
                      <a16:colId xmlns:a16="http://schemas.microsoft.com/office/drawing/2014/main" val="556780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Space 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81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866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a[][] =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 </a:t>
                      </a:r>
                      <a:r>
                        <a:rPr lang="en-IN" dirty="0"/>
                        <a:t>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99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b[][] =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8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c[][] =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 words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19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i= 1 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376096"/>
                  </a:ext>
                </a:extLst>
              </a:tr>
              <a:tr h="3818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j= 1 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076043"/>
                  </a:ext>
                </a:extLst>
              </a:tr>
              <a:tr h="3818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k=1 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921319"/>
                  </a:ext>
                </a:extLst>
              </a:tr>
              <a:tr h="3637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n= 1 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8968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 3n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 +4</a:t>
                      </a:r>
                      <a:endParaRPr lang="en-IN" sz="18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  <a:p>
                      <a:pPr 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Space complexity = O(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)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526281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56A561F-F630-A2C8-EAEA-F7922C538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827344"/>
              </p:ext>
            </p:extLst>
          </p:nvPr>
        </p:nvGraphicFramePr>
        <p:xfrm>
          <a:off x="383458" y="1654442"/>
          <a:ext cx="5936229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6229">
                  <a:extLst>
                    <a:ext uri="{9D8B030D-6E8A-4147-A177-3AD203B41FA5}">
                      <a16:colId xmlns:a16="http://schemas.microsoft.com/office/drawing/2014/main" val="2455126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800" dirty="0">
                          <a:latin typeface="Consolas" panose="020B0609020204030204" pitchFamily="49" charset="0"/>
                        </a:rPr>
                        <a:t>Algorithm </a:t>
                      </a:r>
                      <a:r>
                        <a:rPr lang="en-IN" sz="1800" dirty="0" err="1">
                          <a:latin typeface="Consolas" panose="020B0609020204030204" pitchFamily="49" charset="0"/>
                        </a:rPr>
                        <a:t>matMul</a:t>
                      </a:r>
                      <a:r>
                        <a:rPr lang="en-IN" sz="1800" dirty="0">
                          <a:latin typeface="Consolas" panose="020B0609020204030204" pitchFamily="49" charset="0"/>
                        </a:rPr>
                        <a:t> (int a[][], int b[][])	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852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Consolas" panose="020B0609020204030204" pitchFamily="49" charset="0"/>
                        </a:rPr>
                        <a:t>{ int c[][];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927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Consolas" panose="020B0609020204030204" pitchFamily="49" charset="0"/>
                        </a:rPr>
                        <a:t>  for(</a:t>
                      </a:r>
                      <a:r>
                        <a:rPr lang="en-IN" sz="18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IN" sz="1800" dirty="0">
                          <a:latin typeface="Consolas" panose="020B0609020204030204" pitchFamily="49" charset="0"/>
                        </a:rPr>
                        <a:t>=0; </a:t>
                      </a:r>
                      <a:r>
                        <a:rPr lang="en-IN" sz="18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IN" sz="1800" dirty="0">
                          <a:latin typeface="Consolas" panose="020B0609020204030204" pitchFamily="49" charset="0"/>
                        </a:rPr>
                        <a:t>&lt;n; </a:t>
                      </a:r>
                      <a:r>
                        <a:rPr lang="en-IN" sz="18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IN" sz="1800" dirty="0">
                          <a:latin typeface="Consolas" panose="020B0609020204030204" pitchFamily="49" charset="0"/>
                        </a:rPr>
                        <a:t>++) {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452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Consolas" panose="020B0609020204030204" pitchFamily="49" charset="0"/>
                        </a:rPr>
                        <a:t>     for(j=0; j&lt;n; </a:t>
                      </a:r>
                      <a:r>
                        <a:rPr lang="en-IN" sz="1800" dirty="0" err="1">
                          <a:latin typeface="Consolas" panose="020B0609020204030204" pitchFamily="49" charset="0"/>
                        </a:rPr>
                        <a:t>j++</a:t>
                      </a:r>
                      <a:r>
                        <a:rPr lang="en-IN" sz="1800" dirty="0">
                          <a:latin typeface="Consolas" panose="020B0609020204030204" pitchFamily="49" charset="0"/>
                        </a:rPr>
                        <a:t>) {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030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Consolas" panose="020B0609020204030204" pitchFamily="49" charset="0"/>
                        </a:rPr>
                        <a:t>      c[</a:t>
                      </a:r>
                      <a:r>
                        <a:rPr lang="en-IN" sz="18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IN" sz="1800" dirty="0">
                          <a:latin typeface="Consolas" panose="020B0609020204030204" pitchFamily="49" charset="0"/>
                        </a:rPr>
                        <a:t>][j] = 0;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691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Consolas" panose="020B0609020204030204" pitchFamily="49" charset="0"/>
                        </a:rPr>
                        <a:t>      for(k=0; k&lt;n; k++){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315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Consolas" panose="020B0609020204030204" pitchFamily="49" charset="0"/>
                        </a:rPr>
                        <a:t>           c[</a:t>
                      </a:r>
                      <a:r>
                        <a:rPr lang="en-IN" sz="18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IN" sz="1800" dirty="0">
                          <a:latin typeface="Consolas" panose="020B0609020204030204" pitchFamily="49" charset="0"/>
                        </a:rPr>
                        <a:t>][j] = a[</a:t>
                      </a:r>
                      <a:r>
                        <a:rPr lang="en-IN" sz="18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IN" sz="1800" dirty="0">
                          <a:latin typeface="Consolas" panose="020B0609020204030204" pitchFamily="49" charset="0"/>
                        </a:rPr>
                        <a:t>][j] * b[</a:t>
                      </a:r>
                      <a:r>
                        <a:rPr lang="en-IN" sz="1800" dirty="0" err="1"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IN" sz="1800" dirty="0">
                          <a:latin typeface="Consolas" panose="020B0609020204030204" pitchFamily="49" charset="0"/>
                        </a:rPr>
                        <a:t>][j]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7760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         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782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Consolas" panose="020B0609020204030204" pitchFamily="49" charset="0"/>
                        </a:rPr>
                        <a:t>  }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959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   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353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546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D396-FFBA-8FAD-965E-C6EF290F0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183761" cy="529610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Example</a:t>
            </a:r>
            <a:r>
              <a:rPr lang="en-IN" dirty="0"/>
              <a:t>: </a:t>
            </a:r>
            <a:r>
              <a:rPr lang="en-IN" sz="3600" dirty="0"/>
              <a:t>loops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61D63-D968-DDC5-9063-C4202D31F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059"/>
            <a:ext cx="4677697" cy="31463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1.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E6AC201-8444-6CA0-5016-CF20BC0D1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817236"/>
              </p:ext>
            </p:extLst>
          </p:nvPr>
        </p:nvGraphicFramePr>
        <p:xfrm>
          <a:off x="6676105" y="1120877"/>
          <a:ext cx="2399071" cy="224650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399071">
                  <a:extLst>
                    <a:ext uri="{9D8B030D-6E8A-4147-A177-3AD203B41FA5}">
                      <a16:colId xmlns:a16="http://schemas.microsoft.com/office/drawing/2014/main" val="556780573"/>
                    </a:ext>
                  </a:extLst>
                </a:gridCol>
              </a:tblGrid>
              <a:tr h="33429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Time 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81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240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n+1</a:t>
                      </a:r>
                      <a:endParaRPr lang="en-IN" sz="24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84923"/>
                  </a:ext>
                </a:extLst>
              </a:tr>
              <a:tr h="600588">
                <a:tc>
                  <a:txBody>
                    <a:bodyPr/>
                    <a:lstStyle/>
                    <a:p>
                      <a:pPr algn="l"/>
                      <a:r>
                        <a:rPr lang="en-IN" sz="240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19485"/>
                  </a:ext>
                </a:extLst>
              </a:tr>
              <a:tr h="674491">
                <a:tc>
                  <a:txBody>
                    <a:bodyPr/>
                    <a:lstStyle/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f(n) = 2n+1</a:t>
                      </a:r>
                    </a:p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r>
                        <a:rPr lang="en-IN" sz="2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f(n) = O(n</a:t>
                      </a:r>
                      <a:r>
                        <a:rPr lang="en-IN" sz="2400" kern="1200" baseline="30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IN" sz="2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228378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56A561F-F630-A2C8-EAEA-F7922C538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874663"/>
              </p:ext>
            </p:extLst>
          </p:nvPr>
        </p:nvGraphicFramePr>
        <p:xfrm>
          <a:off x="2124996" y="1501754"/>
          <a:ext cx="3805083" cy="1484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05083">
                  <a:extLst>
                    <a:ext uri="{9D8B030D-6E8A-4147-A177-3AD203B41FA5}">
                      <a16:colId xmlns:a16="http://schemas.microsoft.com/office/drawing/2014/main" val="2455126735"/>
                    </a:ext>
                  </a:extLst>
                </a:gridCol>
              </a:tblGrid>
              <a:tr h="4949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  for(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=0; 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&lt;n; 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++) { </a:t>
                      </a:r>
                      <a:endParaRPr lang="en-IN" sz="2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452705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          statements;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328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353031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2541E65-DD9A-0E67-1A49-0D64A8F105E7}"/>
              </a:ext>
            </a:extLst>
          </p:cNvPr>
          <p:cNvSpPr txBox="1">
            <a:spLocks/>
          </p:cNvSpPr>
          <p:nvPr/>
        </p:nvSpPr>
        <p:spPr>
          <a:xfrm>
            <a:off x="813620" y="3854247"/>
            <a:ext cx="4677697" cy="3146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2.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198B673-CBE2-12C7-F80D-1C04E5115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182682"/>
              </p:ext>
            </p:extLst>
          </p:nvPr>
        </p:nvGraphicFramePr>
        <p:xfrm>
          <a:off x="2124995" y="4237704"/>
          <a:ext cx="3805083" cy="1484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05083">
                  <a:extLst>
                    <a:ext uri="{9D8B030D-6E8A-4147-A177-3AD203B41FA5}">
                      <a16:colId xmlns:a16="http://schemas.microsoft.com/office/drawing/2014/main" val="1028338161"/>
                    </a:ext>
                  </a:extLst>
                </a:gridCol>
              </a:tblGrid>
              <a:tr h="4949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  for(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=n; 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&gt;n; 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--) { </a:t>
                      </a:r>
                      <a:endParaRPr lang="en-IN" sz="2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523026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          statements;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438292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173883"/>
                  </a:ext>
                </a:extLst>
              </a:tr>
            </a:tbl>
          </a:graphicData>
        </a:graphic>
      </p:graphicFrame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BF2C34C4-3650-F8DD-AA00-A05214D30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803876"/>
              </p:ext>
            </p:extLst>
          </p:nvPr>
        </p:nvGraphicFramePr>
        <p:xfrm>
          <a:off x="6700685" y="3856827"/>
          <a:ext cx="2399071" cy="224650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399071">
                  <a:extLst>
                    <a:ext uri="{9D8B030D-6E8A-4147-A177-3AD203B41FA5}">
                      <a16:colId xmlns:a16="http://schemas.microsoft.com/office/drawing/2014/main" val="556780573"/>
                    </a:ext>
                  </a:extLst>
                </a:gridCol>
              </a:tblGrid>
              <a:tr h="33429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Time 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81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240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n+1</a:t>
                      </a:r>
                      <a:endParaRPr lang="en-IN" sz="24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84923"/>
                  </a:ext>
                </a:extLst>
              </a:tr>
              <a:tr h="600588">
                <a:tc>
                  <a:txBody>
                    <a:bodyPr/>
                    <a:lstStyle/>
                    <a:p>
                      <a:pPr algn="l"/>
                      <a:r>
                        <a:rPr lang="en-IN" sz="240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19485"/>
                  </a:ext>
                </a:extLst>
              </a:tr>
              <a:tr h="674491">
                <a:tc>
                  <a:txBody>
                    <a:bodyPr/>
                    <a:lstStyle/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f(n) = 2n+1</a:t>
                      </a:r>
                    </a:p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r>
                        <a:rPr lang="en-IN" sz="2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f(n) = O(n</a:t>
                      </a:r>
                      <a:r>
                        <a:rPr lang="en-IN" sz="2400" kern="1200" baseline="30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IN" sz="2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228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427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D396-FFBA-8FAD-965E-C6EF290F0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183761" cy="529610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Example</a:t>
            </a:r>
            <a:r>
              <a:rPr lang="en-IN" dirty="0"/>
              <a:t>: </a:t>
            </a:r>
            <a:r>
              <a:rPr lang="en-IN" sz="3600" dirty="0"/>
              <a:t>loops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61D63-D968-DDC5-9063-C4202D31F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059"/>
            <a:ext cx="4677697" cy="31463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3.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E6AC201-8444-6CA0-5016-CF20BC0D1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465100"/>
              </p:ext>
            </p:extLst>
          </p:nvPr>
        </p:nvGraphicFramePr>
        <p:xfrm>
          <a:off x="6676105" y="1120877"/>
          <a:ext cx="2998837" cy="224650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998837">
                  <a:extLst>
                    <a:ext uri="{9D8B030D-6E8A-4147-A177-3AD203B41FA5}">
                      <a16:colId xmlns:a16="http://schemas.microsoft.com/office/drawing/2014/main" val="556780573"/>
                    </a:ext>
                  </a:extLst>
                </a:gridCol>
              </a:tblGrid>
              <a:tr h="33429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Time 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81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240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n+1</a:t>
                      </a:r>
                      <a:endParaRPr lang="en-IN" sz="24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84923"/>
                  </a:ext>
                </a:extLst>
              </a:tr>
              <a:tr h="600588">
                <a:tc>
                  <a:txBody>
                    <a:bodyPr/>
                    <a:lstStyle/>
                    <a:p>
                      <a:pPr algn="l"/>
                      <a:r>
                        <a:rPr lang="en-IN" sz="240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n/2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19485"/>
                  </a:ext>
                </a:extLst>
              </a:tr>
              <a:tr h="674491">
                <a:tc>
                  <a:txBody>
                    <a:bodyPr/>
                    <a:lstStyle/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f(n) = 3n/2+1</a:t>
                      </a:r>
                    </a:p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r>
                        <a:rPr lang="en-IN" sz="2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f(n) = O(n</a:t>
                      </a:r>
                      <a:r>
                        <a:rPr lang="en-IN" sz="2400" kern="1200" baseline="30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IN" sz="2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228378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56A561F-F630-A2C8-EAEA-F7922C538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871878"/>
              </p:ext>
            </p:extLst>
          </p:nvPr>
        </p:nvGraphicFramePr>
        <p:xfrm>
          <a:off x="2124996" y="1501754"/>
          <a:ext cx="3805083" cy="1484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05083">
                  <a:extLst>
                    <a:ext uri="{9D8B030D-6E8A-4147-A177-3AD203B41FA5}">
                      <a16:colId xmlns:a16="http://schemas.microsoft.com/office/drawing/2014/main" val="2455126735"/>
                    </a:ext>
                  </a:extLst>
                </a:gridCol>
              </a:tblGrid>
              <a:tr h="4949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  for(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=1; 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&lt;n; 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=i+2) { </a:t>
                      </a:r>
                      <a:endParaRPr lang="en-IN" sz="2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452705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          statements;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328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353031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2541E65-DD9A-0E67-1A49-0D64A8F105E7}"/>
              </a:ext>
            </a:extLst>
          </p:cNvPr>
          <p:cNvSpPr txBox="1">
            <a:spLocks/>
          </p:cNvSpPr>
          <p:nvPr/>
        </p:nvSpPr>
        <p:spPr>
          <a:xfrm>
            <a:off x="813620" y="3854247"/>
            <a:ext cx="4677697" cy="3146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dirty="0">
                <a:latin typeface="Consolas" panose="020B0609020204030204" pitchFamily="49" charset="0"/>
              </a:rPr>
              <a:t>4</a:t>
            </a:r>
            <a:r>
              <a:rPr lang="en-IN">
                <a:latin typeface="Consolas" panose="020B0609020204030204" pitchFamily="49" charset="0"/>
              </a:rPr>
              <a:t>.</a:t>
            </a:r>
            <a:endParaRPr lang="en-IN" dirty="0">
              <a:latin typeface="Consolas" panose="020B0609020204030204" pitchFamily="49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198B673-CBE2-12C7-F80D-1C04E5115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628099"/>
              </p:ext>
            </p:extLst>
          </p:nvPr>
        </p:nvGraphicFramePr>
        <p:xfrm>
          <a:off x="2124995" y="4237704"/>
          <a:ext cx="3805083" cy="24745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05083">
                  <a:extLst>
                    <a:ext uri="{9D8B030D-6E8A-4147-A177-3AD203B41FA5}">
                      <a16:colId xmlns:a16="http://schemas.microsoft.com/office/drawing/2014/main" val="1028338161"/>
                    </a:ext>
                  </a:extLst>
                </a:gridCol>
              </a:tblGrid>
              <a:tr h="4949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  for(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=0; 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&lt;n; 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++) { </a:t>
                      </a:r>
                      <a:endParaRPr lang="en-IN" sz="2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6523026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IN" sz="2400" dirty="0"/>
                        <a:t>for(j=0; j&lt;n; </a:t>
                      </a:r>
                      <a:r>
                        <a:rPr lang="en-IN" sz="2400" dirty="0" err="1"/>
                        <a:t>j++</a:t>
                      </a:r>
                      <a:r>
                        <a:rPr lang="en-IN" sz="2400" dirty="0"/>
                        <a:t>) { </a:t>
                      </a:r>
                      <a:endParaRPr lang="en-IN" sz="2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3250542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          statements;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438292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   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4173883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891350"/>
                  </a:ext>
                </a:extLst>
              </a:tr>
            </a:tbl>
          </a:graphicData>
        </a:graphic>
      </p:graphicFrame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BF2C34C4-3650-F8DD-AA00-A05214D30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651713"/>
              </p:ext>
            </p:extLst>
          </p:nvPr>
        </p:nvGraphicFramePr>
        <p:xfrm>
          <a:off x="6700685" y="3856827"/>
          <a:ext cx="3043083" cy="284709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43083">
                  <a:extLst>
                    <a:ext uri="{9D8B030D-6E8A-4147-A177-3AD203B41FA5}">
                      <a16:colId xmlns:a16="http://schemas.microsoft.com/office/drawing/2014/main" val="556780573"/>
                    </a:ext>
                  </a:extLst>
                </a:gridCol>
              </a:tblGrid>
              <a:tr h="33429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Time 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81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IN" sz="2400" dirty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n+1</a:t>
                      </a:r>
                      <a:endParaRPr lang="en-IN" sz="24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984923"/>
                  </a:ext>
                </a:extLst>
              </a:tr>
              <a:tr h="600588">
                <a:tc>
                  <a:txBody>
                    <a:bodyPr/>
                    <a:lstStyle/>
                    <a:p>
                      <a:pPr marL="342900" indent="-342900" algn="l">
                        <a:buFont typeface="Wingdings" panose="05000000000000000000" pitchFamily="2" charset="2"/>
                        <a:buChar char="à"/>
                      </a:pPr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n(n+1)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19485"/>
                  </a:ext>
                </a:extLst>
              </a:tr>
              <a:tr h="6005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IN" sz="2400" kern="12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n×n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917284"/>
                  </a:ext>
                </a:extLst>
              </a:tr>
              <a:tr h="674491">
                <a:tc>
                  <a:txBody>
                    <a:bodyPr/>
                    <a:lstStyle/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f(n) = 2n</a:t>
                      </a:r>
                      <a:r>
                        <a:rPr lang="en-IN" sz="24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IN" sz="24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+2n+1</a:t>
                      </a:r>
                    </a:p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r>
                        <a:rPr lang="en-IN" sz="2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f(n) = O(n</a:t>
                      </a:r>
                      <a:r>
                        <a:rPr lang="en-IN" sz="2400" kern="1200" baseline="300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IN" sz="24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228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311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D396-FFBA-8FAD-965E-C6EF290F0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16" y="365126"/>
            <a:ext cx="6488061" cy="529610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Example</a:t>
            </a:r>
            <a:r>
              <a:rPr lang="en-IN" dirty="0"/>
              <a:t>: </a:t>
            </a:r>
            <a:r>
              <a:rPr lang="en-IN" sz="3600" dirty="0"/>
              <a:t>loops (By tracing)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61D63-D968-DDC5-9063-C4202D31F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059"/>
            <a:ext cx="4677697" cy="31463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5.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2541E65-DD9A-0E67-1A49-0D64A8F105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8426" y="4601497"/>
                <a:ext cx="6115664" cy="189137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en-IN" sz="2000" dirty="0">
                  <a:latin typeface="Consolas" panose="020B0609020204030204" pitchFamily="49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sz="2000" i="1" dirty="0" smtClean="0">
                          <a:latin typeface="Cambria Math" panose="02040503050406030204" pitchFamily="18" charset="0"/>
                        </a:rPr>
                        <m:t>1+2+3+4+…+</m:t>
                      </m:r>
                      <m:r>
                        <a:rPr lang="en-IN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20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IN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2000" i="1" dirty="0" smtClean="0">
                          <a:latin typeface="Cambria Math" panose="02040503050406030204" pitchFamily="18" charset="0"/>
                        </a:rPr>
                        <m:t>+1)/2</m:t>
                      </m:r>
                    </m:oMath>
                  </m:oMathPara>
                </a14:m>
                <a:endParaRPr lang="en-IN" sz="2000" dirty="0">
                  <a:latin typeface="Consolas" panose="020B0609020204030204" pitchFamily="49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IN" sz="20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IN" sz="2000" i="1" dirty="0">
                    <a:latin typeface="Cambria Math" panose="02040503050406030204" pitchFamily="18" charset="0"/>
                  </a:rPr>
                  <a:t>T(n)=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1+2+3+4+…+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−1=</m:t>
                    </m:r>
                    <m:f>
                      <m:fPr>
                        <m:ctrlPr>
                          <a:rPr lang="en-IN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IN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00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d>
                          <m:dPr>
                            <m:ctrlPr>
                              <a:rPr lang="en-IN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num>
                      <m:den>
                        <m:r>
                          <a:rPr lang="en-IN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000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000" i="1" baseline="30000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000" i="1" dirty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000" dirty="0">
                  <a:highlight>
                    <a:srgbClr val="FFFF00"/>
                  </a:highlight>
                  <a:latin typeface="Consolas" panose="020B0609020204030204" pitchFamily="49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IN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2541E65-DD9A-0E67-1A49-0D64A8F10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26" y="4601497"/>
                <a:ext cx="6115664" cy="1891377"/>
              </a:xfrm>
              <a:prstGeom prst="rect">
                <a:avLst/>
              </a:prstGeom>
              <a:blipFill>
                <a:blip r:embed="rId2"/>
                <a:stretch>
                  <a:fillRect l="-89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198B673-CBE2-12C7-F80D-1C04E5115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529671"/>
              </p:ext>
            </p:extLst>
          </p:nvPr>
        </p:nvGraphicFramePr>
        <p:xfrm>
          <a:off x="1603886" y="1425678"/>
          <a:ext cx="3805083" cy="24745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05083">
                  <a:extLst>
                    <a:ext uri="{9D8B030D-6E8A-4147-A177-3AD203B41FA5}">
                      <a16:colId xmlns:a16="http://schemas.microsoft.com/office/drawing/2014/main" val="1028338161"/>
                    </a:ext>
                  </a:extLst>
                </a:gridCol>
              </a:tblGrid>
              <a:tr h="4949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  for(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=0; 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&lt;n; 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++) { </a:t>
                      </a:r>
                      <a:endParaRPr lang="en-IN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523026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en-IN" sz="2400" dirty="0"/>
                        <a:t>for(j=0; j&lt;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; </a:t>
                      </a:r>
                      <a:r>
                        <a:rPr lang="en-IN" sz="2400" dirty="0" err="1"/>
                        <a:t>j++</a:t>
                      </a:r>
                      <a:r>
                        <a:rPr lang="en-IN" sz="2400" dirty="0"/>
                        <a:t>) { </a:t>
                      </a:r>
                      <a:endParaRPr lang="en-IN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250542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          statements;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438292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   }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173883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}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891350"/>
                  </a:ext>
                </a:extLst>
              </a:tr>
            </a:tbl>
          </a:graphicData>
        </a:graphic>
      </p:graphicFrame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BF2C34C4-3650-F8DD-AA00-A05214D30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409567"/>
              </p:ext>
            </p:extLst>
          </p:nvPr>
        </p:nvGraphicFramePr>
        <p:xfrm>
          <a:off x="7062024" y="331420"/>
          <a:ext cx="4451550" cy="619513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17638">
                  <a:extLst>
                    <a:ext uri="{9D8B030D-6E8A-4147-A177-3AD203B41FA5}">
                      <a16:colId xmlns:a16="http://schemas.microsoft.com/office/drawing/2014/main" val="556780573"/>
                    </a:ext>
                  </a:extLst>
                </a:gridCol>
                <a:gridCol w="1017637">
                  <a:extLst>
                    <a:ext uri="{9D8B030D-6E8A-4147-A177-3AD203B41FA5}">
                      <a16:colId xmlns:a16="http://schemas.microsoft.com/office/drawing/2014/main" val="1843671238"/>
                    </a:ext>
                  </a:extLst>
                </a:gridCol>
                <a:gridCol w="2416275">
                  <a:extLst>
                    <a:ext uri="{9D8B030D-6E8A-4147-A177-3AD203B41FA5}">
                      <a16:colId xmlns:a16="http://schemas.microsoft.com/office/drawing/2014/main" val="878004098"/>
                    </a:ext>
                  </a:extLst>
                </a:gridCol>
              </a:tblGrid>
              <a:tr h="334297">
                <a:tc gridSpan="3"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Time  Complexity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81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</a:rPr>
                        <a:t>statements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984923"/>
                  </a:ext>
                </a:extLst>
              </a:tr>
              <a:tr h="367490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419485"/>
                  </a:ext>
                </a:extLst>
              </a:tr>
              <a:tr h="3834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9917284"/>
                  </a:ext>
                </a:extLst>
              </a:tr>
              <a:tr h="403122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1</a:t>
                      </a:r>
                      <a:endParaRPr lang="en-IN" sz="1800" kern="12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5228378"/>
                  </a:ext>
                </a:extLst>
              </a:tr>
              <a:tr h="403123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2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0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2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263916"/>
                  </a:ext>
                </a:extLst>
              </a:tr>
              <a:tr h="353961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1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667144"/>
                  </a:ext>
                </a:extLst>
              </a:tr>
              <a:tr h="377654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2</a:t>
                      </a:r>
                      <a:endParaRPr lang="en-IN" sz="1800" kern="12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907419"/>
                  </a:ext>
                </a:extLst>
              </a:tr>
              <a:tr h="357799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3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0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3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1187821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1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1405440"/>
                  </a:ext>
                </a:extLst>
              </a:tr>
              <a:tr h="353866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2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928066"/>
                  </a:ext>
                </a:extLst>
              </a:tr>
              <a:tr h="353866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3</a:t>
                      </a:r>
                      <a:endParaRPr lang="en-IN" sz="1800" kern="12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677374"/>
                  </a:ext>
                </a:extLst>
              </a:tr>
              <a:tr h="353866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6506354"/>
                  </a:ext>
                </a:extLst>
              </a:tr>
              <a:tr h="1329131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0 to n-1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909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8948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D396-FFBA-8FAD-965E-C6EF290F0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16" y="365126"/>
            <a:ext cx="6488061" cy="529610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Example 5</a:t>
            </a:r>
            <a:r>
              <a:rPr lang="en-IN" dirty="0"/>
              <a:t>: </a:t>
            </a:r>
            <a:r>
              <a:rPr lang="en-IN" sz="3600" dirty="0"/>
              <a:t>loops (By tracing)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61D63-D968-DDC5-9063-C4202D31F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059"/>
            <a:ext cx="4677697" cy="31463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6.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2541E65-DD9A-0E67-1A49-0D64A8F105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8426" y="4324867"/>
                <a:ext cx="5161935" cy="242006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endParaRPr lang="en-IN" sz="2000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=1+2+3+4+…+k&gt;n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N" dirty="0">
                    <a:latin typeface="Consolas" panose="020B0609020204030204" pitchFamily="49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+1)/2&gt;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IN" dirty="0">
                  <a:latin typeface="Consolas" panose="020B0609020204030204" pitchFamily="49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IN" dirty="0">
                    <a:latin typeface="Consolas" panose="020B0609020204030204" pitchFamily="49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i="1" baseline="30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/2 &gt;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IN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en-IN" dirty="0">
                    <a:latin typeface="Consolas" panose="020B0609020204030204" pitchFamily="49" charset="0"/>
                    <a:ea typeface="Cambria Math" panose="02040503050406030204" pitchFamily="18" charset="0"/>
                  </a:rPr>
                  <a:t>≅ </a:t>
                </a:r>
                <a14:m>
                  <m:oMath xmlns:m="http://schemas.openxmlformats.org/officeDocument/2006/math">
                    <m:r>
                      <a:rPr lang="en-IN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i="1" baseline="30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=√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b="1" dirty="0">
                  <a:latin typeface="Consolas" panose="020B0609020204030204" pitchFamily="49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IN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2541E65-DD9A-0E67-1A49-0D64A8F10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26" y="4324867"/>
                <a:ext cx="5161935" cy="2420062"/>
              </a:xfrm>
              <a:prstGeom prst="rect">
                <a:avLst/>
              </a:prstGeom>
              <a:blipFill>
                <a:blip r:embed="rId2"/>
                <a:stretch>
                  <a:fillRect l="-20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198B673-CBE2-12C7-F80D-1C04E5115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213212"/>
              </p:ext>
            </p:extLst>
          </p:nvPr>
        </p:nvGraphicFramePr>
        <p:xfrm>
          <a:off x="1603886" y="1425678"/>
          <a:ext cx="3805083" cy="24745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05083">
                  <a:extLst>
                    <a:ext uri="{9D8B030D-6E8A-4147-A177-3AD203B41FA5}">
                      <a16:colId xmlns:a16="http://schemas.microsoft.com/office/drawing/2014/main" val="1028338161"/>
                    </a:ext>
                  </a:extLst>
                </a:gridCol>
              </a:tblGrid>
              <a:tr h="4949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p=0 ;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523026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2400" dirty="0"/>
                        <a:t>for(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=1; p&lt;=n; 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/>
                        <a:t>++) { </a:t>
                      </a:r>
                      <a:r>
                        <a:rPr lang="en-IN" sz="240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IN" sz="2400"/>
                        <a:t> </a:t>
                      </a:r>
                      <a:endParaRPr lang="en-IN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250542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          </a:t>
                      </a:r>
                      <a:r>
                        <a:rPr lang="en-IN" sz="2400" dirty="0">
                          <a:latin typeface="Consolas" panose="020B0609020204030204" pitchFamily="49" charset="0"/>
                        </a:rPr>
                        <a:t>p=</a:t>
                      </a:r>
                      <a:r>
                        <a:rPr lang="en-IN" sz="2400" dirty="0" err="1">
                          <a:latin typeface="Consolas" panose="020B0609020204030204" pitchFamily="49" charset="0"/>
                        </a:rPr>
                        <a:t>p+i</a:t>
                      </a:r>
                      <a:r>
                        <a:rPr lang="en-IN" sz="2400" dirty="0">
                          <a:latin typeface="Consolas" panose="020B0609020204030204" pitchFamily="49" charset="0"/>
                        </a:rPr>
                        <a:t>;</a:t>
                      </a:r>
                      <a:endParaRPr lang="en-IN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438292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   }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173883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}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891350"/>
                  </a:ext>
                </a:extLst>
              </a:tr>
            </a:tbl>
          </a:graphicData>
        </a:graphic>
      </p:graphicFrame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BF2C34C4-3650-F8DD-AA00-A05214D30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301621"/>
              </p:ext>
            </p:extLst>
          </p:nvPr>
        </p:nvGraphicFramePr>
        <p:xfrm>
          <a:off x="7062024" y="331420"/>
          <a:ext cx="4451550" cy="454719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646466">
                  <a:extLst>
                    <a:ext uri="{9D8B030D-6E8A-4147-A177-3AD203B41FA5}">
                      <a16:colId xmlns:a16="http://schemas.microsoft.com/office/drawing/2014/main" val="556780573"/>
                    </a:ext>
                  </a:extLst>
                </a:gridCol>
                <a:gridCol w="2045110">
                  <a:extLst>
                    <a:ext uri="{9D8B030D-6E8A-4147-A177-3AD203B41FA5}">
                      <a16:colId xmlns:a16="http://schemas.microsoft.com/office/drawing/2014/main" val="1843671238"/>
                    </a:ext>
                  </a:extLst>
                </a:gridCol>
                <a:gridCol w="1759974">
                  <a:extLst>
                    <a:ext uri="{9D8B030D-6E8A-4147-A177-3AD203B41FA5}">
                      <a16:colId xmlns:a16="http://schemas.microsoft.com/office/drawing/2014/main" val="878004098"/>
                    </a:ext>
                  </a:extLst>
                </a:gridCol>
              </a:tblGrid>
              <a:tr h="334297">
                <a:tc gridSpan="3"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Time  Complexity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81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</a:rPr>
                        <a:t>statements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984923"/>
                  </a:ext>
                </a:extLst>
              </a:tr>
              <a:tr h="3834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0+1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9917284"/>
                  </a:ext>
                </a:extLst>
              </a:tr>
              <a:tr h="464410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1+2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5228378"/>
                  </a:ext>
                </a:extLst>
              </a:tr>
              <a:tr h="453299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1+2+3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26391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1+2+3+4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667144"/>
                  </a:ext>
                </a:extLst>
              </a:tr>
              <a:tr h="377654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1+2+3+4+5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907419"/>
                  </a:ext>
                </a:extLst>
              </a:tr>
              <a:tr h="357799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1+2+3+4+5+6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1187821"/>
                  </a:ext>
                </a:extLst>
              </a:tr>
              <a:tr h="1329131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1+2+3+4+…+k</a:t>
                      </a: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IN" sz="1800" kern="12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???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909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210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D396-FFBA-8FAD-965E-C6EF290F0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16" y="365126"/>
            <a:ext cx="6488061" cy="529610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Example</a:t>
            </a:r>
            <a:r>
              <a:rPr lang="en-IN" dirty="0"/>
              <a:t>: </a:t>
            </a:r>
            <a:r>
              <a:rPr lang="en-IN" sz="3600" dirty="0"/>
              <a:t>loops (By tracing)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61D63-D968-DDC5-9063-C4202D31F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059"/>
            <a:ext cx="4677697" cy="31463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6.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2541E65-DD9A-0E67-1A49-0D64A8F105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846475"/>
                <a:ext cx="5161935" cy="242006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  		    </a:t>
                </a:r>
                <a:r>
                  <a:rPr lang="en-IN" dirty="0" err="1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i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&gt;=n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Consolas" panose="020B0609020204030204" pitchFamily="49" charset="0"/>
                  </a:rPr>
                  <a:t> 		</a:t>
                </a:r>
                <a14:m>
                  <m:oMath xmlns:m="http://schemas.openxmlformats.org/officeDocument/2006/math"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2</m:t>
                    </m:r>
                    <m:r>
                      <m:rPr>
                        <m:nor/>
                      </m:rPr>
                      <a:rPr lang="en-IN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k</m:t>
                    </m:r>
                  </m:oMath>
                </a14:m>
                <a:endParaRPr lang="en-IN" baseline="30000" dirty="0">
                  <a:latin typeface="Cambria Math" panose="02040503050406030204" pitchFamily="18" charset="0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2</m:t>
                      </m:r>
                      <m:r>
                        <m:rPr>
                          <m:nor/>
                        </m:rPr>
                        <a:rPr lang="en-IN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k</m:t>
                      </m:r>
                      <m:r>
                        <m:rPr>
                          <m:nor/>
                        </m:rPr>
                        <a:rPr lang="en-I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&gt;=</m:t>
                      </m:r>
                      <m:r>
                        <a:rPr lang="en-IN" i="1" dirty="0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2</m:t>
                      </m:r>
                      <m:r>
                        <m:rPr>
                          <m:nor/>
                        </m:rPr>
                        <a:rPr lang="en-IN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k</m:t>
                      </m:r>
                      <m:r>
                        <m:rPr>
                          <m:nor/>
                        </m:rPr>
                        <a:rPr lang="en-IN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𝒍𝒐𝒈</m:t>
                      </m:r>
                      <m:r>
                        <a:rPr lang="en-IN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1" i="1" dirty="0">
                          <a:latin typeface="Cambria Math" panose="02040503050406030204" pitchFamily="18" charset="0"/>
                        </a:rPr>
                        <m:t>𝒍𝒐𝒈</m:t>
                      </m:r>
                      <m:r>
                        <a:rPr lang="en-IN" b="1" i="1" baseline="-25000" dirty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IN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b="1" dirty="0">
                  <a:latin typeface="Consolas" panose="020B0609020204030204" pitchFamily="49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IN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2541E65-DD9A-0E67-1A49-0D64A8F10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46475"/>
                <a:ext cx="5161935" cy="2420062"/>
              </a:xfrm>
              <a:prstGeom prst="rect">
                <a:avLst/>
              </a:prstGeom>
              <a:blipFill>
                <a:blip r:embed="rId2"/>
                <a:stretch>
                  <a:fillRect t="-5263" b="-15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198B673-CBE2-12C7-F80D-1C04E5115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862355"/>
              </p:ext>
            </p:extLst>
          </p:nvPr>
        </p:nvGraphicFramePr>
        <p:xfrm>
          <a:off x="1603886" y="1425678"/>
          <a:ext cx="3805083" cy="1979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05083">
                  <a:extLst>
                    <a:ext uri="{9D8B030D-6E8A-4147-A177-3AD203B41FA5}">
                      <a16:colId xmlns:a16="http://schemas.microsoft.com/office/drawing/2014/main" val="1028338161"/>
                    </a:ext>
                  </a:extLst>
                </a:gridCol>
              </a:tblGrid>
              <a:tr h="4949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2400" dirty="0"/>
                        <a:t>for(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=1; 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&lt;n; 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=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*2) { </a:t>
                      </a:r>
                      <a:r>
                        <a:rPr lang="en-IN" sz="24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IN" sz="2400" dirty="0"/>
                        <a:t> </a:t>
                      </a:r>
                      <a:endParaRPr lang="en-IN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250542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          </a:t>
                      </a:r>
                      <a:r>
                        <a:rPr lang="en-IN" sz="2400" dirty="0">
                          <a:latin typeface="Consolas" panose="020B0609020204030204" pitchFamily="49" charset="0"/>
                        </a:rPr>
                        <a:t>statements;</a:t>
                      </a:r>
                      <a:endParaRPr lang="en-IN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438292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   }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173883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}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891350"/>
                  </a:ext>
                </a:extLst>
              </a:tr>
            </a:tbl>
          </a:graphicData>
        </a:graphic>
      </p:graphicFrame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BF2C34C4-3650-F8DD-AA00-A05214D30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52396"/>
              </p:ext>
            </p:extLst>
          </p:nvPr>
        </p:nvGraphicFramePr>
        <p:xfrm>
          <a:off x="7868269" y="1131754"/>
          <a:ext cx="3271680" cy="454719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635840">
                  <a:extLst>
                    <a:ext uri="{9D8B030D-6E8A-4147-A177-3AD203B41FA5}">
                      <a16:colId xmlns:a16="http://schemas.microsoft.com/office/drawing/2014/main" val="556780573"/>
                    </a:ext>
                  </a:extLst>
                </a:gridCol>
                <a:gridCol w="1635840">
                  <a:extLst>
                    <a:ext uri="{9D8B030D-6E8A-4147-A177-3AD203B41FA5}">
                      <a16:colId xmlns:a16="http://schemas.microsoft.com/office/drawing/2014/main" val="749298263"/>
                    </a:ext>
                  </a:extLst>
                </a:gridCol>
              </a:tblGrid>
              <a:tr h="334297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Time  Complexity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81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i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statements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984923"/>
                  </a:ext>
                </a:extLst>
              </a:tr>
              <a:tr h="3834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1*2</a:t>
                      </a:r>
                      <a:r>
                        <a:rPr lang="en-IN" sz="1800" baseline="300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9917284"/>
                  </a:ext>
                </a:extLst>
              </a:tr>
              <a:tr h="464410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1*2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5228378"/>
                  </a:ext>
                </a:extLst>
              </a:tr>
              <a:tr h="453299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1*2*2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26391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1*2*2*2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667144"/>
                  </a:ext>
                </a:extLst>
              </a:tr>
              <a:tr h="377654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907419"/>
                  </a:ext>
                </a:extLst>
              </a:tr>
              <a:tr h="357799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1187821"/>
                  </a:ext>
                </a:extLst>
              </a:tr>
              <a:tr h="1329131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2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IN" sz="2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2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909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741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D396-FFBA-8FAD-965E-C6EF290F0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16" y="365126"/>
            <a:ext cx="6488061" cy="529610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Example</a:t>
            </a:r>
            <a:r>
              <a:rPr lang="en-IN" dirty="0"/>
              <a:t>: </a:t>
            </a:r>
            <a:r>
              <a:rPr lang="en-IN" sz="3600" dirty="0"/>
              <a:t>loops (By tracing)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61D63-D968-DDC5-9063-C4202D31F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059"/>
            <a:ext cx="4677697" cy="31463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7.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198B673-CBE2-12C7-F80D-1C04E5115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307359"/>
              </p:ext>
            </p:extLst>
          </p:nvPr>
        </p:nvGraphicFramePr>
        <p:xfrm>
          <a:off x="1603886" y="1425678"/>
          <a:ext cx="3805083" cy="1979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05083">
                  <a:extLst>
                    <a:ext uri="{9D8B030D-6E8A-4147-A177-3AD203B41FA5}">
                      <a16:colId xmlns:a16="http://schemas.microsoft.com/office/drawing/2014/main" val="1028338161"/>
                    </a:ext>
                  </a:extLst>
                </a:gridCol>
              </a:tblGrid>
              <a:tr h="4949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2400" dirty="0"/>
                        <a:t>for(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=n; 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&gt;=1; 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=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/2) { </a:t>
                      </a:r>
                      <a:r>
                        <a:rPr lang="en-IN" sz="24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IN" sz="2400" dirty="0"/>
                        <a:t> </a:t>
                      </a:r>
                      <a:endParaRPr lang="en-IN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250542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          </a:t>
                      </a:r>
                      <a:r>
                        <a:rPr lang="en-IN" sz="2400" dirty="0">
                          <a:latin typeface="Consolas" panose="020B0609020204030204" pitchFamily="49" charset="0"/>
                        </a:rPr>
                        <a:t>statements;</a:t>
                      </a:r>
                      <a:endParaRPr lang="en-IN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438292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   }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173883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}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891350"/>
                  </a:ext>
                </a:extLst>
              </a:tr>
            </a:tbl>
          </a:graphicData>
        </a:graphic>
      </p:graphicFrame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BF2C34C4-3650-F8DD-AA00-A05214D30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803387"/>
              </p:ext>
            </p:extLst>
          </p:nvPr>
        </p:nvGraphicFramePr>
        <p:xfrm>
          <a:off x="7465145" y="1330706"/>
          <a:ext cx="3350337" cy="454719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350337">
                  <a:extLst>
                    <a:ext uri="{9D8B030D-6E8A-4147-A177-3AD203B41FA5}">
                      <a16:colId xmlns:a16="http://schemas.microsoft.com/office/drawing/2014/main" val="5567805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Time  Complexity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814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 err="1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984923"/>
                  </a:ext>
                </a:extLst>
              </a:tr>
              <a:tr h="3834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9917284"/>
                  </a:ext>
                </a:extLst>
              </a:tr>
              <a:tr h="464410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n/2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5228378"/>
                  </a:ext>
                </a:extLst>
              </a:tr>
              <a:tr h="453299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n/2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26391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n/2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667144"/>
                  </a:ext>
                </a:extLst>
              </a:tr>
              <a:tr h="3776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n/2</a:t>
                      </a:r>
                      <a:r>
                        <a:rPr lang="en-IN" sz="1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907419"/>
                  </a:ext>
                </a:extLst>
              </a:tr>
              <a:tr h="357799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1187821"/>
                  </a:ext>
                </a:extLst>
              </a:tr>
              <a:tr h="1329131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2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n/2</a:t>
                      </a:r>
                      <a:r>
                        <a:rPr lang="en-IN" sz="2800" kern="1200" baseline="300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90971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9052D62-4BCC-5C8E-7BE2-C3EE641542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846475"/>
                <a:ext cx="5161935" cy="242006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  		    </a:t>
                </a:r>
                <a:r>
                  <a:rPr lang="en-IN" dirty="0" err="1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i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&lt;1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Consolas" panose="020B0609020204030204" pitchFamily="49" charset="0"/>
                  </a:rPr>
                  <a:t> 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n</m:t>
                    </m:r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/2</m:t>
                    </m:r>
                    <m:r>
                      <m:rPr>
                        <m:nor/>
                      </m:rPr>
                      <a:rPr lang="en-IN" baseline="30000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k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baseline="30000" dirty="0">
                  <a:latin typeface="Cambria Math" panose="02040503050406030204" pitchFamily="18" charset="0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n</m:t>
                      </m:r>
                      <m:r>
                        <m:rPr>
                          <m:nor/>
                        </m:rPr>
                        <a:rPr lang="en-IN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r>
                        <m:rPr>
                          <m:nor/>
                        </m:rPr>
                        <a:rPr lang="en-IN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2</m:t>
                      </m:r>
                      <m:r>
                        <m:rPr>
                          <m:nor/>
                        </m:rPr>
                        <a:rPr lang="en-IN" baseline="3000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k</m:t>
                      </m:r>
                    </m:oMath>
                  </m:oMathPara>
                </a14:m>
                <a:endParaRPr lang="en-IN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𝒍𝒐𝒈</m:t>
                      </m:r>
                      <m:r>
                        <a:rPr lang="en-IN" b="1" i="1" baseline="-25000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1" i="1" dirty="0">
                          <a:latin typeface="Cambria Math" panose="02040503050406030204" pitchFamily="18" charset="0"/>
                        </a:rPr>
                        <m:t>𝒍𝒐𝒈</m:t>
                      </m:r>
                      <m:r>
                        <a:rPr lang="en-IN" b="1" i="1" baseline="-25000" dirty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IN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IN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b="1" dirty="0">
                  <a:latin typeface="Consolas" panose="020B0609020204030204" pitchFamily="49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IN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9052D62-4BCC-5C8E-7BE2-C3EE64154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46475"/>
                <a:ext cx="5161935" cy="2420062"/>
              </a:xfrm>
              <a:prstGeom prst="rect">
                <a:avLst/>
              </a:prstGeom>
              <a:blipFill>
                <a:blip r:embed="rId2"/>
                <a:stretch>
                  <a:fillRect t="-42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8599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D396-FFBA-8FAD-965E-C6EF290F0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16" y="365126"/>
            <a:ext cx="6488061" cy="529610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Example</a:t>
            </a:r>
            <a:r>
              <a:rPr lang="en-IN" dirty="0"/>
              <a:t>: </a:t>
            </a:r>
            <a:r>
              <a:rPr lang="en-IN" sz="3600" dirty="0"/>
              <a:t>loops (By tracing)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61D63-D968-DDC5-9063-C4202D31F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059"/>
            <a:ext cx="4677697" cy="31463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>
                <a:latin typeface="Consolas" panose="020B0609020204030204" pitchFamily="49" charset="0"/>
              </a:rPr>
              <a:t>8.</a:t>
            </a:r>
            <a:endParaRPr lang="en-IN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2541E65-DD9A-0E67-1A49-0D64A8F105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64110" y="4237704"/>
                <a:ext cx="3782962" cy="2420062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</a:pP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  	     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𝑘</m:t>
                    </m:r>
                    <m:r>
                      <a:rPr lang="en-I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∗</m:t>
                    </m:r>
                    <m:r>
                      <a:rPr lang="en-I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𝑘</m:t>
                    </m:r>
                    <m:r>
                      <a:rPr lang="en-I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&gt;=</m:t>
                    </m:r>
                    <m:r>
                      <a:rPr lang="en-IN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</m:oMath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IN" b="0" i="0" baseline="30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IN" baseline="30000" dirty="0">
                  <a:latin typeface="Cambria Math" panose="02040503050406030204" pitchFamily="18" charset="0"/>
                  <a:ea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IN" dirty="0">
                    <a:ea typeface="Cambria Math" panose="02040503050406030204" pitchFamily="18" charset="0"/>
                    <a:sym typeface="Wingdings" panose="05000000000000000000" pitchFamily="2" charset="2"/>
                  </a:rPr>
                  <a:t>  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k</m:t>
                    </m:r>
                    <m:r>
                      <m:rPr>
                        <m:nor/>
                      </m:rP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radPr>
                      <m:deg/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e>
                    </m:rad>
                  </m:oMath>
                </a14:m>
                <a:endParaRPr lang="en-IN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=√</m:t>
                      </m:r>
                      <m:r>
                        <a:rPr lang="en-IN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IN" b="1" i="1" dirty="0" smtClean="0">
                          <a:latin typeface="Cambria Math" panose="02040503050406030204" pitchFamily="18" charset="0"/>
                        </a:rPr>
                        <m:t>(√</m:t>
                      </m:r>
                      <m:r>
                        <a:rPr lang="en-IN" b="1" i="1" dirty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IN" b="1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b="1" dirty="0">
                  <a:latin typeface="Consolas" panose="020B0609020204030204" pitchFamily="49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IN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2541E65-DD9A-0E67-1A49-0D64A8F10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110" y="4237704"/>
                <a:ext cx="3782962" cy="2420062"/>
              </a:xfrm>
              <a:prstGeom prst="rect">
                <a:avLst/>
              </a:prstGeom>
              <a:blipFill>
                <a:blip r:embed="rId2"/>
                <a:stretch>
                  <a:fillRect b="-25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198B673-CBE2-12C7-F80D-1C04E5115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494863"/>
              </p:ext>
            </p:extLst>
          </p:nvPr>
        </p:nvGraphicFramePr>
        <p:xfrm>
          <a:off x="1641989" y="1576384"/>
          <a:ext cx="3805083" cy="1979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05083">
                  <a:extLst>
                    <a:ext uri="{9D8B030D-6E8A-4147-A177-3AD203B41FA5}">
                      <a16:colId xmlns:a16="http://schemas.microsoft.com/office/drawing/2014/main" val="1028338161"/>
                    </a:ext>
                  </a:extLst>
                </a:gridCol>
              </a:tblGrid>
              <a:tr h="4949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2400" dirty="0"/>
                        <a:t>for(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=0; 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*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&lt;n; 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++) { </a:t>
                      </a:r>
                      <a:r>
                        <a:rPr lang="en-IN" sz="24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IN" sz="2400" dirty="0"/>
                        <a:t> </a:t>
                      </a:r>
                      <a:endParaRPr lang="en-IN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250542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          </a:t>
                      </a:r>
                      <a:r>
                        <a:rPr lang="en-IN" sz="2400" dirty="0">
                          <a:latin typeface="Consolas" panose="020B0609020204030204" pitchFamily="49" charset="0"/>
                        </a:rPr>
                        <a:t>statements;</a:t>
                      </a:r>
                      <a:endParaRPr lang="en-IN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438292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   }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173883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}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89135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6F75AA-1DBD-784C-F4D4-0872551D5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317094"/>
              </p:ext>
            </p:extLst>
          </p:nvPr>
        </p:nvGraphicFramePr>
        <p:xfrm>
          <a:off x="7533970" y="1615842"/>
          <a:ext cx="3350338" cy="379910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675169">
                  <a:extLst>
                    <a:ext uri="{9D8B030D-6E8A-4147-A177-3AD203B41FA5}">
                      <a16:colId xmlns:a16="http://schemas.microsoft.com/office/drawing/2014/main" val="556780573"/>
                    </a:ext>
                  </a:extLst>
                </a:gridCol>
                <a:gridCol w="1675169">
                  <a:extLst>
                    <a:ext uri="{9D8B030D-6E8A-4147-A177-3AD203B41FA5}">
                      <a16:colId xmlns:a16="http://schemas.microsoft.com/office/drawing/2014/main" val="3517135667"/>
                    </a:ext>
                  </a:extLst>
                </a:gridCol>
              </a:tblGrid>
              <a:tr h="315288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Time  Complexity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814729"/>
                  </a:ext>
                </a:extLst>
              </a:tr>
              <a:tr h="319667"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i</a:t>
                      </a:r>
                      <a:endParaRPr lang="en-IN" sz="1800" b="1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statements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984923"/>
                  </a:ext>
                </a:extLst>
              </a:tr>
              <a:tr h="3305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1 </a:t>
                      </a:r>
                      <a:endParaRPr lang="en-IN" sz="18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9917284"/>
                  </a:ext>
                </a:extLst>
              </a:tr>
              <a:tr h="400326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dirty="0"/>
                        <a:t> 2</a:t>
                      </a:r>
                      <a:r>
                        <a:rPr lang="en-IN" sz="1800" baseline="30000" dirty="0"/>
                        <a:t>2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5228378"/>
                  </a:ext>
                </a:extLst>
              </a:tr>
              <a:tr h="390748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baseline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dirty="0"/>
                        <a:t>  3</a:t>
                      </a:r>
                      <a:r>
                        <a:rPr lang="en-IN" sz="1800" baseline="30000" dirty="0"/>
                        <a:t>2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263916"/>
                  </a:ext>
                </a:extLst>
              </a:tr>
              <a:tr h="376594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4</a:t>
                      </a:r>
                      <a:endParaRPr lang="en-IN" sz="1800" kern="1200" baseline="30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dirty="0"/>
                        <a:t>  4</a:t>
                      </a:r>
                      <a:r>
                        <a:rPr lang="en-IN" sz="1800" baseline="30000" dirty="0"/>
                        <a:t>2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667144"/>
                  </a:ext>
                </a:extLst>
              </a:tr>
              <a:tr h="3255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5</a:t>
                      </a:r>
                      <a:endParaRPr lang="en-IN" sz="1800" kern="1200" baseline="30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1800" dirty="0"/>
                        <a:t>  5</a:t>
                      </a:r>
                      <a:r>
                        <a:rPr lang="en-IN" sz="1800" baseline="300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907419"/>
                  </a:ext>
                </a:extLst>
              </a:tr>
              <a:tr h="315288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1187821"/>
                  </a:ext>
                </a:extLst>
              </a:tr>
              <a:tr h="638116"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IN" sz="2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IN" sz="2800" dirty="0"/>
                        <a:t> </a:t>
                      </a:r>
                      <a:r>
                        <a:rPr lang="en-IN" sz="2800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  <a:sym typeface="Wingdings" panose="05000000000000000000" pitchFamily="2" charset="2"/>
                        </a:rPr>
                        <a:t>k</a:t>
                      </a:r>
                      <a:r>
                        <a:rPr lang="en-IN" sz="2800" baseline="30000" dirty="0"/>
                        <a:t>2</a:t>
                      </a:r>
                      <a:endParaRPr lang="en-IN" sz="2800" kern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en-IN" sz="2800" kern="1200" baseline="30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909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6933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5D396-FFBA-8FAD-965E-C6EF290F0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16" y="365126"/>
            <a:ext cx="6488061" cy="529610"/>
          </a:xfrm>
        </p:spPr>
        <p:txBody>
          <a:bodyPr>
            <a:normAutofit fontScale="90000"/>
          </a:bodyPr>
          <a:lstStyle/>
          <a:p>
            <a:r>
              <a:rPr lang="en-IN" sz="3600" dirty="0"/>
              <a:t>Example</a:t>
            </a:r>
            <a:r>
              <a:rPr lang="en-IN" dirty="0"/>
              <a:t>: </a:t>
            </a:r>
            <a:r>
              <a:rPr lang="en-IN" sz="3600" dirty="0"/>
              <a:t>loops (By tracing)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61D63-D968-DDC5-9063-C4202D31F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059"/>
            <a:ext cx="4677697" cy="31463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9.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198B673-CBE2-12C7-F80D-1C04E5115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701980"/>
              </p:ext>
            </p:extLst>
          </p:nvPr>
        </p:nvGraphicFramePr>
        <p:xfrm>
          <a:off x="1640761" y="1564230"/>
          <a:ext cx="3875136" cy="26734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5136">
                  <a:extLst>
                    <a:ext uri="{9D8B030D-6E8A-4147-A177-3AD203B41FA5}">
                      <a16:colId xmlns:a16="http://schemas.microsoft.com/office/drawing/2014/main" val="1028338161"/>
                    </a:ext>
                  </a:extLst>
                </a:gridCol>
              </a:tblGrid>
              <a:tr h="4949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for(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=1; 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&lt;n; 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=</a:t>
                      </a:r>
                      <a:r>
                        <a:rPr lang="en-IN" sz="2400" dirty="0" err="1"/>
                        <a:t>i</a:t>
                      </a:r>
                      <a:r>
                        <a:rPr lang="en-IN" sz="2400" dirty="0"/>
                        <a:t>*2) { </a:t>
                      </a:r>
                      <a:r>
                        <a:rPr lang="en-IN" sz="24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en-IN" sz="2400" dirty="0"/>
                        <a:t> </a:t>
                      </a:r>
                      <a:endParaRPr lang="en-IN" sz="2400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250542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          </a:t>
                      </a:r>
                      <a:r>
                        <a:rPr lang="en-IN" sz="2400" dirty="0">
                          <a:latin typeface="Consolas" panose="020B0609020204030204" pitchFamily="49" charset="0"/>
                        </a:rPr>
                        <a:t>p++;</a:t>
                      </a:r>
                      <a:endParaRPr lang="en-IN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438292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 }</a:t>
                      </a:r>
                    </a:p>
                    <a:p>
                      <a:r>
                        <a:rPr lang="en-IN" sz="2400" dirty="0"/>
                        <a:t>for(j=1;j&lt;</a:t>
                      </a:r>
                      <a:r>
                        <a:rPr lang="en-IN" sz="2400" dirty="0" err="1"/>
                        <a:t>p;j</a:t>
                      </a:r>
                      <a:r>
                        <a:rPr lang="en-IN" sz="2400" dirty="0"/>
                        <a:t>=j*2){</a:t>
                      </a:r>
                    </a:p>
                    <a:p>
                      <a:r>
                        <a:rPr lang="en-IN" sz="2400" dirty="0"/>
                        <a:t>     statements;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173883"/>
                  </a:ext>
                </a:extLst>
              </a:tr>
              <a:tr h="494918">
                <a:tc>
                  <a:txBody>
                    <a:bodyPr/>
                    <a:lstStyle/>
                    <a:p>
                      <a:r>
                        <a:rPr lang="en-IN" sz="2400" dirty="0"/>
                        <a:t>}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891350"/>
                  </a:ext>
                </a:extLst>
              </a:tr>
            </a:tbl>
          </a:graphicData>
        </a:graphic>
      </p:graphicFrame>
      <p:sp>
        <p:nvSpPr>
          <p:cNvPr id="4" name="Arrow: Right 3">
            <a:extLst>
              <a:ext uri="{FF2B5EF4-FFF2-40B4-BE49-F238E27FC236}">
                <a16:creationId xmlns:a16="http://schemas.microsoft.com/office/drawing/2014/main" id="{E81D34B2-1E29-80F3-E8E2-86CEAA2EA746}"/>
              </a:ext>
            </a:extLst>
          </p:cNvPr>
          <p:cNvSpPr/>
          <p:nvPr/>
        </p:nvSpPr>
        <p:spPr>
          <a:xfrm>
            <a:off x="4493342" y="2137852"/>
            <a:ext cx="1602658" cy="3342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4541CD5-4687-13FC-B35B-BCF3BDA014CA}"/>
              </a:ext>
            </a:extLst>
          </p:cNvPr>
          <p:cNvSpPr/>
          <p:nvPr/>
        </p:nvSpPr>
        <p:spPr>
          <a:xfrm>
            <a:off x="4493342" y="3429000"/>
            <a:ext cx="1602658" cy="3342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48015AA-7985-8A4C-0B0F-DB1C5F3D84CF}"/>
              </a:ext>
            </a:extLst>
          </p:cNvPr>
          <p:cNvSpPr txBox="1">
            <a:spLocks/>
          </p:cNvSpPr>
          <p:nvPr/>
        </p:nvSpPr>
        <p:spPr>
          <a:xfrm>
            <a:off x="6476997" y="1709485"/>
            <a:ext cx="4876803" cy="8567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 p = log</a:t>
            </a:r>
            <a:r>
              <a:rPr lang="en-IN" baseline="-250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2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n	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C0392E2-43AE-57FA-39A9-A77D48A5A151}"/>
              </a:ext>
            </a:extLst>
          </p:cNvPr>
          <p:cNvSpPr txBox="1">
            <a:spLocks/>
          </p:cNvSpPr>
          <p:nvPr/>
        </p:nvSpPr>
        <p:spPr>
          <a:xfrm>
            <a:off x="6476996" y="3270421"/>
            <a:ext cx="4876803" cy="14626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 T(n) = log</a:t>
            </a:r>
            <a:r>
              <a:rPr lang="en-IN" baseline="-250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2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p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T(n) = log</a:t>
            </a:r>
            <a:r>
              <a:rPr lang="en-IN" baseline="-250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2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log</a:t>
            </a:r>
            <a:r>
              <a:rPr lang="en-IN" baseline="-25000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2</a:t>
            </a:r>
            <a:r>
              <a:rPr lang="en-IN" dirty="0"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n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6" grpId="0" animBg="1"/>
      <p:bldP spid="9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A4789-95EF-3046-81B0-37F589E44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62419" cy="549275"/>
          </a:xfrm>
        </p:spPr>
        <p:txBody>
          <a:bodyPr>
            <a:noAutofit/>
          </a:bodyPr>
          <a:lstStyle/>
          <a:p>
            <a:r>
              <a:rPr lang="en-US" sz="3200" dirty="0"/>
              <a:t>Numerical Comparison of Different Algorithms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BDD536-28EC-FD08-A317-FE34284DDB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7875" y="1266031"/>
            <a:ext cx="8096250" cy="4114800"/>
          </a:xfrm>
        </p:spPr>
      </p:pic>
    </p:spTree>
    <p:extLst>
      <p:ext uri="{BB962C8B-B14F-4D97-AF65-F5344CB8AC3E}">
        <p14:creationId xmlns:p14="http://schemas.microsoft.com/office/powerpoint/2010/main" val="521569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A4789-95EF-3046-81B0-37F589E44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62419" cy="549275"/>
          </a:xfrm>
        </p:spPr>
        <p:txBody>
          <a:bodyPr>
            <a:normAutofit fontScale="90000"/>
          </a:bodyPr>
          <a:lstStyle/>
          <a:p>
            <a:r>
              <a:rPr lang="en-IN" dirty="0"/>
              <a:t>Asymptotic 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8A7EF-8EB6-991C-8738-936D14D06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7199"/>
            <a:ext cx="10515600" cy="4351338"/>
          </a:xfrm>
        </p:spPr>
        <p:txBody>
          <a:bodyPr/>
          <a:lstStyle/>
          <a:p>
            <a:r>
              <a:rPr lang="en-IN" dirty="0"/>
              <a:t>Asymptotic notations have been developed for analysis of algorithms.</a:t>
            </a:r>
          </a:p>
          <a:p>
            <a:r>
              <a:rPr lang="en-IN" dirty="0"/>
              <a:t>By the word asymptotic means “for large values of n”</a:t>
            </a:r>
          </a:p>
          <a:p>
            <a:r>
              <a:rPr lang="en-US" dirty="0"/>
              <a:t>The following notations are commonly use notations in performance analysis and used to characterize the complexity of an algorithm:</a:t>
            </a: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/>
              <a:t>Big–OH(O) 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/>
              <a:t>Big–OMEGA(Ω), 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/>
              <a:t>Big–THETA (Θ)</a:t>
            </a:r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7736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C38E8-56DE-3161-0823-3B3532BB0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92238"/>
            <a:ext cx="10300490" cy="680628"/>
          </a:xfrm>
        </p:spPr>
        <p:txBody>
          <a:bodyPr>
            <a:normAutofit/>
          </a:bodyPr>
          <a:lstStyle/>
          <a:p>
            <a:r>
              <a:rPr lang="en-IN" sz="3600" dirty="0"/>
              <a:t>Big </a:t>
            </a:r>
            <a:r>
              <a:rPr lang="en-IN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O</a:t>
            </a:r>
            <a:r>
              <a:rPr lang="en-IN" sz="3600" dirty="0"/>
              <a:t> notation: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56E53-A6EA-BE0D-AA43-81619185A6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3468" y="1265104"/>
                <a:ext cx="5452531" cy="4879769"/>
              </a:xfrm>
            </p:spPr>
            <p:txBody>
              <a:bodyPr>
                <a:normAutofit/>
              </a:bodyPr>
              <a:lstStyle/>
              <a:p>
                <a:r>
                  <a:rPr lang="en-IN" sz="2400" dirty="0"/>
                  <a:t>This notation gives the tight upper bound of the given function</a:t>
                </a:r>
              </a:p>
              <a:p>
                <a:r>
                  <a:rPr lang="en-IN" sz="2400" dirty="0"/>
                  <a:t>Represented as: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  <a:p>
                <a:pPr marL="457200" lvl="1" indent="0">
                  <a:buNone/>
                </a:pPr>
                <a:r>
                  <a:rPr lang="en-IN" dirty="0"/>
                  <a:t>that means, at larger values of n, upper bound of f(n) is g(n).</a:t>
                </a:r>
              </a:p>
              <a:p>
                <a:pPr marL="457200" lvl="1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sz="2400" dirty="0"/>
                  <a:t>Definition:</a:t>
                </a:r>
              </a:p>
              <a:p>
                <a:pPr marL="0" indent="0">
                  <a:buNone/>
                </a:pPr>
                <a:r>
                  <a:rPr lang="en-US" sz="2400" dirty="0"/>
                  <a:t>Big O notation defined as O(g(n))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): </m:t>
                    </m:r>
                  </m:oMath>
                </a14:m>
                <a:r>
                  <a:rPr lang="en-US" sz="2400" dirty="0"/>
                  <a:t>there exist positive constants c and no such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0&lt;=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&lt;=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IN" sz="2400" b="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𝑎𝑙𝑙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2400" i="1" baseline="-250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sz="2400" dirty="0"/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56E53-A6EA-BE0D-AA43-81619185A6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3468" y="1265104"/>
                <a:ext cx="5452531" cy="4879769"/>
              </a:xfrm>
              <a:blipFill>
                <a:blip r:embed="rId2"/>
                <a:stretch>
                  <a:fillRect l="-1790" t="-1750" r="-17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EF223BA9-E63F-7302-F1C5-03B5678D0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873" y="1522655"/>
            <a:ext cx="4527084" cy="381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5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ldTgt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ldTgt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ldTgt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ldTgt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ldTgt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C38E8-56DE-3161-0823-3B3532BB0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92238"/>
            <a:ext cx="10300490" cy="680628"/>
          </a:xfrm>
        </p:spPr>
        <p:txBody>
          <a:bodyPr>
            <a:normAutofit/>
          </a:bodyPr>
          <a:lstStyle/>
          <a:p>
            <a:r>
              <a:rPr lang="en-IN" sz="3600" dirty="0"/>
              <a:t>Big Omega </a:t>
            </a:r>
            <a:r>
              <a:rPr lang="en-IN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l-G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Ω</a:t>
            </a:r>
            <a:r>
              <a:rPr lang="en-IN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r>
              <a:rPr lang="en-IN" sz="3600" dirty="0"/>
              <a:t> notation: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56E53-A6EA-BE0D-AA43-81619185A6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3468" y="1265104"/>
                <a:ext cx="5452531" cy="4879769"/>
              </a:xfrm>
            </p:spPr>
            <p:txBody>
              <a:bodyPr>
                <a:normAutofit/>
              </a:bodyPr>
              <a:lstStyle/>
              <a:p>
                <a:r>
                  <a:rPr lang="en-IN" sz="2400" dirty="0"/>
                  <a:t>This notation gives the tight lower bound of the given function</a:t>
                </a:r>
              </a:p>
              <a:p>
                <a:r>
                  <a:rPr lang="en-IN" sz="2400" dirty="0"/>
                  <a:t>Represented as: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 =</m:t>
                      </m:r>
                      <m:r>
                        <a:rPr lang="el-GR" i="1"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  <a:p>
                <a:pPr marL="457200" lvl="1" indent="0">
                  <a:buNone/>
                </a:pPr>
                <a:r>
                  <a:rPr lang="en-IN" dirty="0"/>
                  <a:t>that means, at larger values of n, lower bound of f(n) is g(n).</a:t>
                </a:r>
              </a:p>
              <a:p>
                <a:pPr marL="457200" lvl="1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sz="2400" dirty="0"/>
                  <a:t>Definition:</a:t>
                </a:r>
              </a:p>
              <a:p>
                <a:pPr marL="0" indent="0">
                  <a:buNone/>
                </a:pPr>
                <a:r>
                  <a:rPr lang="en-US" sz="2400" dirty="0"/>
                  <a:t>Big </a:t>
                </a:r>
                <a14:m>
                  <m:oMath xmlns:m="http://schemas.openxmlformats.org/officeDocument/2006/math">
                    <m:r>
                      <a:rPr lang="el-GR" sz="2400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en-US" sz="2400" dirty="0"/>
                  <a:t> notation defined as </a:t>
                </a:r>
                <a14:m>
                  <m:oMath xmlns:m="http://schemas.openxmlformats.org/officeDocument/2006/math">
                    <m:r>
                      <a:rPr lang="el-GR" sz="2400" i="1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en-US" sz="2400" dirty="0"/>
                  <a:t>(g(n))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): </m:t>
                    </m:r>
                  </m:oMath>
                </a14:m>
                <a:r>
                  <a:rPr lang="en-US" sz="2400" dirty="0"/>
                  <a:t>there exist positive constants c and no such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0&lt;=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𝑎𝑙𝑙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2400" b="0" i="1" baseline="-2500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sz="2400" dirty="0"/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56E53-A6EA-BE0D-AA43-81619185A6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3468" y="1265104"/>
                <a:ext cx="5452531" cy="4879769"/>
              </a:xfrm>
              <a:blipFill>
                <a:blip r:embed="rId2"/>
                <a:stretch>
                  <a:fillRect l="-1790" t="-1750" r="-17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6B0877D-9109-7726-4764-1C1BF3BAE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331" y="1435793"/>
            <a:ext cx="4312101" cy="409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67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C38E8-56DE-3161-0823-3B3532BB0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92238"/>
            <a:ext cx="10300490" cy="680628"/>
          </a:xfrm>
        </p:spPr>
        <p:txBody>
          <a:bodyPr>
            <a:normAutofit/>
          </a:bodyPr>
          <a:lstStyle/>
          <a:p>
            <a:r>
              <a:rPr lang="en-IN" sz="3600" dirty="0"/>
              <a:t>Big Theta </a:t>
            </a:r>
            <a:r>
              <a:rPr lang="en-IN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l-GR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θ</a:t>
            </a:r>
            <a:r>
              <a:rPr lang="en-IN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) </a:t>
            </a:r>
            <a:r>
              <a:rPr lang="en-IN" sz="3600" dirty="0"/>
              <a:t>Notation: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56E53-A6EA-BE0D-AA43-81619185A6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3468" y="1265104"/>
                <a:ext cx="5452531" cy="487976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Average running time of an algorithm is always between lower bound and upper Bound</a:t>
                </a:r>
              </a:p>
              <a:p>
                <a:r>
                  <a:rPr lang="en-IN" sz="2400" dirty="0"/>
                  <a:t>Represented as: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 =</m:t>
                      </m:r>
                      <m:r>
                        <m:rPr>
                          <m:nor/>
                        </m:rPr>
                        <a:rPr lang="el-G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θ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b="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  <a:p>
                <a:pPr marL="457200" lvl="1" indent="0">
                  <a:buNone/>
                </a:pPr>
                <a:r>
                  <a:rPr lang="en-IN" dirty="0"/>
                  <a:t>that means, at larger values of n, lower bound of f(n) is g(n).</a:t>
                </a:r>
              </a:p>
              <a:p>
                <a:pPr marL="457200" lvl="1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sz="2400" dirty="0"/>
                  <a:t>Definition:</a:t>
                </a:r>
              </a:p>
              <a:p>
                <a:pPr marL="0" indent="0">
                  <a:buNone/>
                </a:pPr>
                <a:r>
                  <a:rPr lang="en-US" sz="2400" dirty="0"/>
                  <a:t>Big</a:t>
                </a:r>
                <a:r>
                  <a:rPr lang="el-GR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θ</a:t>
                </a:r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dirty="0"/>
                  <a:t>notation defined as </a:t>
                </a:r>
                <a:r>
                  <a:rPr lang="el-GR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θ</a:t>
                </a:r>
                <a:r>
                  <a:rPr lang="en-US" sz="2400" dirty="0"/>
                  <a:t>(g(n))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): </m:t>
                    </m:r>
                  </m:oMath>
                </a14:m>
                <a:r>
                  <a:rPr lang="en-US" sz="2400" dirty="0"/>
                  <a:t>there exist positive constants c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 and c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 and n</a:t>
                </a:r>
                <a:r>
                  <a:rPr lang="en-US" sz="2400" baseline="-25000" dirty="0"/>
                  <a:t>o</a:t>
                </a:r>
                <a:r>
                  <a:rPr lang="en-US" sz="2400" dirty="0"/>
                  <a:t> such that                       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b="0" i="1" baseline="-2500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 baseline="-250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     </m:t>
                    </m:r>
                  </m:oMath>
                </a14:m>
                <a:endParaRPr lang="en-IN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𝑎𝑙𝑙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2400" b="0" i="1" baseline="-2500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sz="2400" dirty="0"/>
              </a:p>
              <a:p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556E53-A6EA-BE0D-AA43-81619185A6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3468" y="1265104"/>
                <a:ext cx="5452531" cy="4879769"/>
              </a:xfrm>
              <a:blipFill>
                <a:blip r:embed="rId2"/>
                <a:stretch>
                  <a:fillRect l="-1790" t="-2375" r="-16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DC7028C-E540-FFD8-8E8C-5DA16813E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296" y="1658634"/>
            <a:ext cx="4497661" cy="410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687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1521</TotalTime>
  <Words>2123</Words>
  <Application>Microsoft Office PowerPoint</Application>
  <PresentationFormat>Widescreen</PresentationFormat>
  <Paragraphs>400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Consolas</vt:lpstr>
      <vt:lpstr>Wingdings</vt:lpstr>
      <vt:lpstr>Office Theme</vt:lpstr>
      <vt:lpstr>Analysis of Algorithms</vt:lpstr>
      <vt:lpstr>Introduction</vt:lpstr>
      <vt:lpstr>PowerPoint Presentation</vt:lpstr>
      <vt:lpstr>Performance Analysis</vt:lpstr>
      <vt:lpstr>Time Complexity</vt:lpstr>
      <vt:lpstr>Space Complexity</vt:lpstr>
      <vt:lpstr>Complexity of Algorithms</vt:lpstr>
      <vt:lpstr>Frequency count/Step count Method</vt:lpstr>
      <vt:lpstr>Example 1:sum of n values of an array</vt:lpstr>
      <vt:lpstr>Example 2:Addition of two square Matrices of dimension n×n</vt:lpstr>
      <vt:lpstr>Example 3:Multiplication of two Matrices of dimension n×n</vt:lpstr>
      <vt:lpstr>Example: loops</vt:lpstr>
      <vt:lpstr>Example: loops</vt:lpstr>
      <vt:lpstr>Example: loops (By tracing)</vt:lpstr>
      <vt:lpstr>Example 5: loops (By tracing)</vt:lpstr>
      <vt:lpstr>Example: loops (By tracing)</vt:lpstr>
      <vt:lpstr>Example: loops (By tracing)</vt:lpstr>
      <vt:lpstr>Example: loops (By tracing)</vt:lpstr>
      <vt:lpstr>Example: loops (By tracing)</vt:lpstr>
      <vt:lpstr>Numerical Comparison of Different Algorithms</vt:lpstr>
      <vt:lpstr>Asymptotic Notations</vt:lpstr>
      <vt:lpstr>Big O notation:</vt:lpstr>
      <vt:lpstr>Big Omega (Ω) notation:</vt:lpstr>
      <vt:lpstr>Big Theta (θ) Notation: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Gopal Sonune</dc:creator>
  <cp:lastModifiedBy>Gopal Sonune</cp:lastModifiedBy>
  <cp:revision>1</cp:revision>
  <dcterms:created xsi:type="dcterms:W3CDTF">2023-01-17T05:18:28Z</dcterms:created>
  <dcterms:modified xsi:type="dcterms:W3CDTF">2023-01-28T17:28:34Z</dcterms:modified>
</cp:coreProperties>
</file>